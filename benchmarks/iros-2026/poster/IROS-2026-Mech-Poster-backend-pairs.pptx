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Regular.fntdata" ContentType="application/x-fontdata"/>
  <Override PartName="/ppt/fonts/FiraCode-Bold.fntdata" ContentType="application/x-fontdata"/>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5f6e097b0a4482" /><Relationship Type="http://schemas.openxmlformats.org/officeDocument/2006/relationships/extended-properties" Target="/docProps/app.xml" Id="R3be4555b23124d32" /><Relationship Type="http://schemas.openxmlformats.org/officeDocument/2006/relationships/officeDocument" Target="/ppt/presentation.xml" Id="R7cf96e377cac4185" /></Relationships>
</file>

<file path=ppt/presentation.xml><?xml version="1.0" encoding="utf-8"?>
<p:presentation xmlns:p="http://schemas.openxmlformats.org/presentationml/2006/main" xmlns:r="http://schemas.openxmlformats.org/officeDocument/2006/relationships" embedTrueTypeFonts="1" saveSubsetFonts="0">
  <p:sldMasterIdLst>
    <p:sldMasterId xmlns:r="http://schemas.openxmlformats.org/officeDocument/2006/relationships" id="2147483648" r:id="R634c8931edd74ca8"/>
  </p:sldMasterIdLst>
  <p:notesMasterIdLst>
    <p:notesMasterId xmlns:r="http://schemas.openxmlformats.org/officeDocument/2006/relationships" r:id="R629f3642dee542d9"/>
  </p:notesMasterIdLst>
  <p:sldIdLst>
    <p:sldId xmlns:r="http://schemas.openxmlformats.org/officeDocument/2006/relationships" id="256" r:id="R31964d9f86344ab7"/>
  </p:sldIdLst>
  <p:sldSz cx="32918400" cy="43891200"/>
  <p:notesSz cx="6858000" cy="9144000"/>
  <p:embeddedFontLst>
    <p:embeddedFont>
      <p:font typeface="Fira Code" pitchFamily="49" charset="1"/>
      <p:regular r:id="rIdFiraCodeRegular"/>
      <p:bold r:id="rIdFiraCodeBol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Relationships xmlns="http://schemas.openxmlformats.org/package/2006/relationships"><Relationship Type="http://schemas.openxmlformats.org/officeDocument/2006/relationships/theme" Target="/ppt/theme/theme1.xml" Id="R5e5627dff71a4a69"/><Relationship Type="http://schemas.openxmlformats.org/officeDocument/2006/relationships/slideMaster" Target="/ppt/slideMasters/slideMaster1.xml" Id="R634c8931edd74ca8"/><Relationship Type="http://schemas.openxmlformats.org/officeDocument/2006/relationships/notesMaster" Target="/ppt/notesMasters/notesMaster1.xml" Id="R629f3642dee542d9"/><Relationship Type="http://schemas.openxmlformats.org/officeDocument/2006/relationships/presProps" Target="/ppt/presProps.xml" Id="R7bd67f3e7e6f43e3"/><Relationship Type="http://schemas.openxmlformats.org/officeDocument/2006/relationships/viewProps" Target="/ppt/viewProps.xml" Id="Ra2c970f431a642f5"/><Relationship Type="http://schemas.openxmlformats.org/officeDocument/2006/relationships/tableStyles" Target="/ppt/tableStyles.xml" Id="Rddc96e1b7b1344c7"/><Relationship Type="http://schemas.openxmlformats.org/officeDocument/2006/relationships/slide" Target="/ppt/slides/slide1.xml" Id="R31964d9f86344ab7"/><Relationship Id="rIdFiraCodeRegular" Type="http://schemas.openxmlformats.org/officeDocument/2006/relationships/font" Target="fonts/FiraCode-Regular.fntdata"/><Relationship Id="rIdFiraCodeBold" Type="http://schemas.openxmlformats.org/officeDocument/2006/relationships/font" Target="fonts/FiraCode-Bold.fntdata"/></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fb56314a53a148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701828ae384b92" /><Relationship Type="http://schemas.openxmlformats.org/officeDocument/2006/relationships/notesMaster" Target="/ppt/notesMasters/notesMaster1.xml" Id="Rbcab965972a04c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Reactive performance citation [2]: benchmarks/archive/runtime-gate-b/b2-resident-turn.json, revision 6750f5f45363867877c5b1a3e31512da60b403fe. Apple M3 MacBook Air Mac15,13, arm64, macOS 26.2. One f64 range-and-bearing EKF, ten Criterion samples of 4,096-turn episodes. Source-artifact recorded resident median 315.0534776475695 ns/turn, zero measured steady-state allocations. This is an episode-normalized median, not a bound on individual input-event latency and not the M1 f32 batched workload. The corresponding unrecorded source-artifact lane is 223.0013134765625 ns/turn. Both include candidate evaluation, scheduling, guards and publication. Recording/summary/control account for the remaining difference. External-effect fixtures are separate.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ada3cb221644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7dc1152f3f44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da42cd24ef45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98a28d76d74c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9923e4124e49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b2cc83a78f46d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79bda82c5f4b4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0beb8e23d848d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0ee4cd9d20441e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badc31bcedc4d9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cc109baca7a494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A5CE839-B76F-45F2-8072-A277DF823F73}"/>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8BC2229-0910-41DE-91A8-D164BAAF75B7}"/>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EC5063C-001C-484E-BB30-E881DCADC4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0C50681C-A7B7-41FA-9F6D-E14115B471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3C9B523-74A7-4FA3-81B3-7A885E2462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43A02E-BB33-473B-BF91-925C02DDFA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8884219-13E1-418D-A996-21C40F87178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47F1D21-468E-4398-9C01-DE4F53DDDD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0F6194F8-2617-4B66-9463-5F6929EC25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F729A82-E2A1-464C-8E5D-7277B8843A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41FD54-C9E8-41C9-9EB4-2954FDCE6B94}"/>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F77556C-09B0-4DC7-A7CF-5E8DAF025466}"/>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2E1B5CE-C218-4E96-9DD9-C5CAC0F2FD6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C8EA5DC-F8A9-4AE4-B865-B341DDD9FB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EEC3B3-2A55-4894-820A-8D5C0C27D0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B3B357-3477-4CD2-81D4-F18088B938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F3E3854-CA70-4176-BF90-CB046E5542A2}"/>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7D50E67-FBBC-4C45-8C82-0EBFF7C86BF1}"/>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F0362991-ECA2-4118-9C91-1232FED79A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0B844D0D-F3A6-4B91-BB80-79EC2052F7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729699C-840D-489A-8432-A2FA7224E6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ABC430-FE23-431B-B778-E16FBBE1AF68}"/>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E4152D2-471E-42E3-930A-045254E441E3}"/>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BA43BC6-E82E-4DE3-BD01-A6D1DE3939FC}"/>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E2BC9A0-CC0B-4668-B534-71C169D756B1}"/>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03B79C5-06CA-4555-8FB9-3CFF1A26DFE6}"/>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BF5EABA-6B13-45B9-84C3-B7E59B888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4AB3D1C6-0F25-49FB-85B5-A80D5E9494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E75C3B0-9BDC-473A-8B8A-C4EFFCAC9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3702FB-258A-4472-9066-45F4F719F4D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AC7309E0-C376-4541-8E78-F8355B27F6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DAB81280-C754-4C14-A729-EED66F204C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67ABC008-263D-4E69-B63D-B9B96609B8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7D7E18B-A702-4083-961F-F0AF5E96FF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C1FF1938-46BC-463A-9A1D-D2F9C3048A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F5114FA-D663-40AE-B400-2ED373FF7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99ECEB-B96F-4DAE-90B7-9CEAC84E621D}"/>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744BBBD-1E3C-4E7E-9F41-2F848D35212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305DBCF5-A264-431C-AB5E-7D9913233176}"/>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A2D2C43-390B-4F8B-B4D2-6E6BC4E045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13340B7A-0A99-402D-A43F-32AE0093C7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6FECBAE-859D-4A7B-8CA0-1F50836F89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095525-A722-4E3F-A40C-9C98EC657D9B}"/>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411931F-EA1A-4786-A051-C4BAC096DA0E}"/>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29DDFF74-237E-40E1-BF5F-35E91B420E5A}"/>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75C9387-1B29-49C6-B89D-1D04186DB3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BAF6C67-D767-4EC6-84AE-217276568E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EA5710-1F6F-42B0-A9B7-ED3453DD20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DB9C2C-053D-4C2D-B779-E6BBEA98B6B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9C93D66-7182-435B-91D2-7C20BDE8FF5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E742276-22B6-420C-B2E2-E1E8BEDB9A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2C820332-E602-46BA-AFC1-15A38502BC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A9064C8-64D3-4D0A-8E7F-AEADB75D2A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9449FC9-D200-4DA8-9892-3DA75E0B348E}"/>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2EB60D-0506-4298-A5CE-8DBC01C9AB08}"/>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EC82701-8413-439A-9685-55408247BD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C571B47-F074-4007-A879-BC736C2332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2E89E2-1139-4C47-9EF6-EF790BE9E9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fda62371e48b6" /><Relationship Type="http://schemas.openxmlformats.org/officeDocument/2006/relationships/slideLayout" Target="/ppt/slideLayouts/slideLayout1.xml" Id="R51255f6e81a9408b" /><Relationship Type="http://schemas.openxmlformats.org/officeDocument/2006/relationships/slideLayout" Target="/ppt/slideLayouts/slideLayout2.xml" Id="R11ba812751f54d1f" /><Relationship Type="http://schemas.openxmlformats.org/officeDocument/2006/relationships/slideLayout" Target="/ppt/slideLayouts/slideLayout3.xml" Id="Rea45ed7e47e241dd" /><Relationship Type="http://schemas.openxmlformats.org/officeDocument/2006/relationships/slideLayout" Target="/ppt/slideLayouts/slideLayout4.xml" Id="R194eb2e2787d494a" /><Relationship Type="http://schemas.openxmlformats.org/officeDocument/2006/relationships/slideLayout" Target="/ppt/slideLayouts/slideLayout5.xml" Id="R3cfa5ea23a194c8c" /><Relationship Type="http://schemas.openxmlformats.org/officeDocument/2006/relationships/slideLayout" Target="/ppt/slideLayouts/slideLayout6.xml" Id="R77d25f1d335b45e3" /><Relationship Type="http://schemas.openxmlformats.org/officeDocument/2006/relationships/slideLayout" Target="/ppt/slideLayouts/slideLayout7.xml" Id="Rd6429bc69f8d4e59" /><Relationship Type="http://schemas.openxmlformats.org/officeDocument/2006/relationships/slideLayout" Target="/ppt/slideLayouts/slideLayout8.xml" Id="R35fb6b7826484d1f" /><Relationship Type="http://schemas.openxmlformats.org/officeDocument/2006/relationships/slideLayout" Target="/ppt/slideLayouts/slideLayout9.xml" Id="R0934cb59272045b0" /><Relationship Type="http://schemas.openxmlformats.org/officeDocument/2006/relationships/slideLayout" Target="/ppt/slideLayouts/slideLayout10.xml" Id="R6bdb0713ed334bec" /><Relationship Type="http://schemas.openxmlformats.org/officeDocument/2006/relationships/slideLayout" Target="/ppt/slideLayouts/slideLayout11.xml" Id="Rf36b015b2b0b464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63B0388-526A-41AB-8F24-930B47D1C06C}"/>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8D1E602-2F38-4636-ADB7-A1F8A1923670}"/>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5C57113-5363-4AD8-9701-593C0622D5D1}"/>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4B34C9D2-9EE7-4268-9A0D-055AAF210705}"/>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ADBA7E-4940-45FA-8803-2DA52DF097FE}"/>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255f6e81a9408b"/>
    <p:sldLayoutId xmlns:r="http://schemas.openxmlformats.org/officeDocument/2006/relationships" id="2147483650" r:id="R11ba812751f54d1f"/>
    <p:sldLayoutId xmlns:r="http://schemas.openxmlformats.org/officeDocument/2006/relationships" id="2147483651" r:id="Rea45ed7e47e241dd"/>
    <p:sldLayoutId xmlns:r="http://schemas.openxmlformats.org/officeDocument/2006/relationships" id="2147483652" r:id="R194eb2e2787d494a"/>
    <p:sldLayoutId xmlns:r="http://schemas.openxmlformats.org/officeDocument/2006/relationships" id="2147483653" r:id="R3cfa5ea23a194c8c"/>
    <p:sldLayoutId xmlns:r="http://schemas.openxmlformats.org/officeDocument/2006/relationships" id="2147483654" r:id="R77d25f1d335b45e3"/>
    <p:sldLayoutId xmlns:r="http://schemas.openxmlformats.org/officeDocument/2006/relationships" id="2147483655" r:id="Rd6429bc69f8d4e59"/>
    <p:sldLayoutId xmlns:r="http://schemas.openxmlformats.org/officeDocument/2006/relationships" id="2147483656" r:id="R35fb6b7826484d1f"/>
    <p:sldLayoutId xmlns:r="http://schemas.openxmlformats.org/officeDocument/2006/relationships" id="2147483657" r:id="R0934cb59272045b0"/>
    <p:sldLayoutId xmlns:r="http://schemas.openxmlformats.org/officeDocument/2006/relationships" id="2147483658" r:id="R6bdb0713ed334bec"/>
    <p:sldLayoutId xmlns:r="http://schemas.openxmlformats.org/officeDocument/2006/relationships" id="2147483659" r:id="Rf36b015b2b0b464d"/>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257478f4644e38" /><Relationship Type="http://schemas.openxmlformats.org/officeDocument/2006/relationships/image" Target="/ppt/media/image.png" Id="R02ebea5088f3471d" /><Relationship Type="http://schemas.openxmlformats.org/officeDocument/2006/relationships/image" Target="/ppt/media/image2.png" Id="R4ce63f1b723b42f2" /><Relationship Type="http://schemas.openxmlformats.org/officeDocument/2006/relationships/image" Target="/ppt/media/image.svg" Id="R86a24a6633ac4b0e" /><Relationship Type="http://schemas.openxmlformats.org/officeDocument/2006/relationships/image" Target="/ppt/media/image3.png" Id="Rfe70118e96244683" /><Relationship Type="http://schemas.openxmlformats.org/officeDocument/2006/relationships/chart" Target="/ppt/slides/charts/chart1.xml" Id="R12d4d54f9ebc4057" /><Relationship Type="http://schemas.openxmlformats.org/officeDocument/2006/relationships/chart" Target="/ppt/slides/charts/chart2.xml" Id="R39d6fea75d5f434c" /><Relationship Type="http://schemas.openxmlformats.org/officeDocument/2006/relationships/notesSlide" Target="/ppt/notesSlides/notesSlide1.xml" Id="Rb0055844a1c44a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3"/>
          <c:w val="0.86"/>
          <c:h val="0.89"/>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2"/>
          <c:y val="0.03"/>
          <c:w val="0.68"/>
          <c:h val="0.89"/>
        </c:manualLayout>
      </c:layout>
      <c:barChart>
        <c:barDir val="bar"/>
        <c:grouping val="clustered"/>
        <c:varyColors val="0"/>
        <c:ser>
          <c:idx val="0"/>
          <c:order val="0"/>
          <c:tx>
            <c:v>Checked</c:v>
          </c:tx>
          <c:spPr>
            <a:solidFill xmlns:a="http://schemas.openxmlformats.org/drawingml/2006/main">
              <a:srgbClr val="F6C04E"/>
            </a:solidFill>
          </c:spPr>
          <c:dPt>
            <c:idx val="4"/>
            <c:invertIfNegative val="0"/>
            <c:spPr>
              <a:pattFill xmlns:a="http://schemas.openxmlformats.org/drawingml/2006/main" prst="upDiag">
                <a:fgClr>
                  <a:srgbClr val="996900"/>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dPt>
            <c:idx val="4"/>
            <c:invertIfNegative val="0"/>
            <c:spPr>
              <a:pattFill xmlns:a="http://schemas.openxmlformats.org/drawingml/2006/main" prst="upDiag">
                <a:fgClr>
                  <a:srgbClr val="F6C04E"/>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logBase val="10"/>
          <c:orientation val="minMax"/>
          <c:max val="1000"/>
          <c:min val="0.1"/>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03242D0-F5D6-4B5B-A20E-5E73A6B9A4EF}"/>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329" name="Picture 12"/>
          <p:cNvPicPr>
            <a:picLocks xmlns:a="http://schemas.openxmlformats.org/drawingml/2006/main" noChangeAspect="1"/>
          </p:cNvPicPr>
          <p:nvPr/>
        </p:nvPicPr>
        <p:blipFill>
          <a:blip xmlns:r="http://schemas.openxmlformats.org/officeDocument/2006/relationships" xmlns:a="http://schemas.openxmlformats.org/drawingml/2006/main" r:embed="R02ebea5088f3471d"/>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331" name="Graphic 67"/>
          <p:cNvPicPr>
            <a:picLocks xmlns:a="http://schemas.openxmlformats.org/drawingml/2006/main" noChangeAspect="1"/>
          </p:cNvPicPr>
          <p:nvPr/>
        </p:nvPicPr>
        <p:blipFill>
          <a:blip xmlns:r="http://schemas.openxmlformats.org/officeDocument/2006/relationships" xmlns:a="http://schemas.openxmlformats.org/drawingml/2006/main" r:embed="R4ce63f1b723b42f2">
            <a:extLst>
              <a:ext uri="{96DAC541-7B7A-43D3-8B79-37D633B846F1}">
                <asvg:svgBlip xmlns:asvg="http://schemas.microsoft.com/office/drawing/2016/SVG/main" r:embed="R86a24a6633ac4b0e"/>
              </a:ext>
            </a:extLst>
          </a:blip>
          <a:stretch xmlns:a="http://schemas.openxmlformats.org/drawingml/2006/main">
            <a:fillRect l="0" t="0" r="0" b="0"/>
          </a:stretch>
        </p:blipFill>
        <p:spPr>
          <a:xfrm xmlns:a="http://schemas.openxmlformats.org/drawingml/2006/main">
            <a:off x="27342275" y="41386125"/>
            <a:ext cx="4720781" cy="986600"/>
          </a:xfrm>
          <a:prstGeom xmlns:a="http://schemas.openxmlformats.org/drawingml/2006/main" prst="rect">
            <a:avLst/>
          </a:prstGeom>
        </p:spPr>
      </p:pic>
      <p:pic>
        <p:nvPicPr>
          <p:cNvPr id="332" name="Picture 104"/>
          <p:cNvPicPr>
            <a:picLocks xmlns:a="http://schemas.openxmlformats.org/drawingml/2006/main" noChangeAspect="1"/>
          </p:cNvPicPr>
          <p:nvPr/>
        </p:nvPicPr>
        <p:blipFill>
          <a:blip xmlns:r="http://schemas.openxmlformats.org/officeDocument/2006/relationships" xmlns:a="http://schemas.openxmlformats.org/drawingml/2006/main" r:embed="Rfe70118e96244683">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386125"/>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907F31BE-1ACD-41BB-990D-A478A88A2B90}"/>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AC5E968C-792A-49BD-BD15-738D22B92D54}"/>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A6D34EC7-CC2F-469D-BBC2-713853C59241}"/>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C0AB6109-9A1E-4DDB-AA14-B5CDE727CF99}"/>
              </a:ext>
            </a:extLst>
          </p:cNvPr>
          <p:cNvSpPr>
            <a:spLocks xmlns:a="http://schemas.openxmlformats.org/drawingml/2006/main" noGrp="1"/>
          </p:cNvSpPr>
          <p:nvPr/>
        </p:nvSpPr>
        <p:spPr>
          <a:xfrm xmlns:a="http://schemas.openxmlformats.org/drawingml/2006/main">
            <a:off x="22574250" y="13049250"/>
            <a:ext cx="9525000" cy="21812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ECBA1392-AD6C-4BDE-9EA7-B93C132E0149}"/>
              </a:ext>
            </a:extLst>
          </p:cNvPr>
          <p:cNvSpPr>
            <a:spLocks xmlns:a="http://schemas.openxmlformats.org/drawingml/2006/main" noGrp="1"/>
          </p:cNvSpPr>
          <p:nvPr/>
        </p:nvSpPr>
        <p:spPr>
          <a:xfrm xmlns:a="http://schemas.openxmlformats.org/drawingml/2006/main">
            <a:off x="22812375" y="132397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B9624BAF-C7C0-4843-9858-D2B945D9E412}"/>
              </a:ext>
            </a:extLst>
          </p:cNvPr>
          <p:cNvSpPr>
            <a:spLocks xmlns:a="http://schemas.openxmlformats.org/drawingml/2006/main" noGrp="1"/>
          </p:cNvSpPr>
          <p:nvPr/>
        </p:nvSpPr>
        <p:spPr>
          <a:xfrm xmlns:a="http://schemas.openxmlformats.org/drawingml/2006/main">
            <a:off x="22812375" y="136398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A8280D34-78FC-4EF8-B878-95019E3DB8E4}"/>
              </a:ext>
            </a:extLst>
          </p:cNvPr>
          <p:cNvSpPr>
            <a:spLocks xmlns:a="http://schemas.openxmlformats.org/drawingml/2006/main" noGrp="1"/>
          </p:cNvSpPr>
          <p:nvPr/>
        </p:nvSpPr>
        <p:spPr>
          <a:xfrm xmlns:a="http://schemas.openxmlformats.org/drawingml/2006/main">
            <a:off x="22812375" y="140398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144F3D02-C794-4D26-AAC9-A3E090DFEE4D}"/>
              </a:ext>
            </a:extLst>
          </p:cNvPr>
          <p:cNvSpPr>
            <a:spLocks xmlns:a="http://schemas.openxmlformats.org/drawingml/2006/main" noGrp="1"/>
          </p:cNvSpPr>
          <p:nvPr/>
        </p:nvSpPr>
        <p:spPr>
          <a:xfrm xmlns:a="http://schemas.openxmlformats.org/drawingml/2006/main">
            <a:off x="22812375" y="144399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13E733A0-E892-40E6-91C1-4EA2ADCC491B}"/>
              </a:ext>
            </a:extLst>
          </p:cNvPr>
          <p:cNvSpPr>
            <a:spLocks xmlns:a="http://schemas.openxmlformats.org/drawingml/2006/main" noGrp="1"/>
          </p:cNvSpPr>
          <p:nvPr/>
        </p:nvSpPr>
        <p:spPr>
          <a:xfrm xmlns:a="http://schemas.openxmlformats.org/drawingml/2006/main">
            <a:off x="22812375" y="148399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19755BA4-70B5-4A32-94CB-8270BE65B8DA}"/>
              </a:ext>
            </a:extLst>
          </p:cNvPr>
          <p:cNvSpPr>
            <a:spLocks xmlns:a="http://schemas.openxmlformats.org/drawingml/2006/main" noGrp="1"/>
          </p:cNvSpPr>
          <p:nvPr/>
        </p:nvSpPr>
        <p:spPr>
          <a:xfrm xmlns:a="http://schemas.openxmlformats.org/drawingml/2006/main">
            <a:off x="22812375" y="152400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54F29D6C-331B-47A7-9030-F5DA8C158D0B}"/>
              </a:ext>
            </a:extLst>
          </p:cNvPr>
          <p:cNvSpPr>
            <a:spLocks xmlns:a="http://schemas.openxmlformats.org/drawingml/2006/main" noGrp="1"/>
          </p:cNvSpPr>
          <p:nvPr/>
        </p:nvSpPr>
        <p:spPr>
          <a:xfrm xmlns:a="http://schemas.openxmlformats.org/drawingml/2006/main">
            <a:off x="22812375" y="15640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58BB1975-5849-4AFF-BB55-962030842D18}"/>
              </a:ext>
            </a:extLst>
          </p:cNvPr>
          <p:cNvSpPr>
            <a:spLocks xmlns:a="http://schemas.openxmlformats.org/drawingml/2006/main" noGrp="1"/>
          </p:cNvSpPr>
          <p:nvPr/>
        </p:nvSpPr>
        <p:spPr>
          <a:xfrm xmlns:a="http://schemas.openxmlformats.org/drawingml/2006/main">
            <a:off x="22812375" y="160401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549CA5CC-5947-40F9-B757-92927182C543}"/>
              </a:ext>
            </a:extLst>
          </p:cNvPr>
          <p:cNvSpPr>
            <a:spLocks xmlns:a="http://schemas.openxmlformats.org/drawingml/2006/main" noGrp="1"/>
          </p:cNvSpPr>
          <p:nvPr/>
        </p:nvSpPr>
        <p:spPr>
          <a:xfrm xmlns:a="http://schemas.openxmlformats.org/drawingml/2006/main">
            <a:off x="22812375" y="164401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C12790C4-4704-4BEB-875F-91DFA4EA4F4B}"/>
              </a:ext>
            </a:extLst>
          </p:cNvPr>
          <p:cNvSpPr>
            <a:spLocks xmlns:a="http://schemas.openxmlformats.org/drawingml/2006/main" noGrp="1"/>
          </p:cNvSpPr>
          <p:nvPr/>
        </p:nvSpPr>
        <p:spPr>
          <a:xfrm xmlns:a="http://schemas.openxmlformats.org/drawingml/2006/main">
            <a:off x="22812375" y="168402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BA70D052-EF0B-427A-AF54-9B73D34D20C4}"/>
              </a:ext>
            </a:extLst>
          </p:cNvPr>
          <p:cNvSpPr>
            <a:spLocks xmlns:a="http://schemas.openxmlformats.org/drawingml/2006/main" noGrp="1"/>
          </p:cNvSpPr>
          <p:nvPr/>
        </p:nvSpPr>
        <p:spPr>
          <a:xfrm xmlns:a="http://schemas.openxmlformats.org/drawingml/2006/main">
            <a:off x="22812375" y="172402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30AF2EC2-32CA-4F46-94EA-A9187B02103D}"/>
              </a:ext>
            </a:extLst>
          </p:cNvPr>
          <p:cNvSpPr>
            <a:spLocks xmlns:a="http://schemas.openxmlformats.org/drawingml/2006/main" noGrp="1"/>
          </p:cNvSpPr>
          <p:nvPr/>
        </p:nvSpPr>
        <p:spPr>
          <a:xfrm xmlns:a="http://schemas.openxmlformats.org/drawingml/2006/main">
            <a:off x="22812375" y="176403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98ACB120-CF0E-4DF1-A6D0-D5792E3431A2}"/>
              </a:ext>
            </a:extLst>
          </p:cNvPr>
          <p:cNvSpPr>
            <a:spLocks xmlns:a="http://schemas.openxmlformats.org/drawingml/2006/main" noGrp="1"/>
          </p:cNvSpPr>
          <p:nvPr/>
        </p:nvSpPr>
        <p:spPr>
          <a:xfrm xmlns:a="http://schemas.openxmlformats.org/drawingml/2006/main">
            <a:off x="22812375" y="180403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38CFE12C-1CBC-47FE-AE0F-B490C4E9C853}"/>
              </a:ext>
            </a:extLst>
          </p:cNvPr>
          <p:cNvSpPr>
            <a:spLocks xmlns:a="http://schemas.openxmlformats.org/drawingml/2006/main" noGrp="1"/>
          </p:cNvSpPr>
          <p:nvPr/>
        </p:nvSpPr>
        <p:spPr>
          <a:xfrm xmlns:a="http://schemas.openxmlformats.org/drawingml/2006/main">
            <a:off x="22812375" y="184404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6DD61931-266B-411F-97B1-E6A06FA13D07}"/>
              </a:ext>
            </a:extLst>
          </p:cNvPr>
          <p:cNvSpPr>
            <a:spLocks xmlns:a="http://schemas.openxmlformats.org/drawingml/2006/main" noGrp="1"/>
          </p:cNvSpPr>
          <p:nvPr/>
        </p:nvSpPr>
        <p:spPr>
          <a:xfrm xmlns:a="http://schemas.openxmlformats.org/drawingml/2006/main">
            <a:off x="22812375" y="188404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A0C59F4D-73B5-4136-8DEC-18B4B81DFDB2}"/>
              </a:ext>
            </a:extLst>
          </p:cNvPr>
          <p:cNvSpPr>
            <a:spLocks xmlns:a="http://schemas.openxmlformats.org/drawingml/2006/main" noGrp="1"/>
          </p:cNvSpPr>
          <p:nvPr/>
        </p:nvSpPr>
        <p:spPr>
          <a:xfrm xmlns:a="http://schemas.openxmlformats.org/drawingml/2006/main">
            <a:off x="22812375" y="192405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F1FE412F-25E7-4048-809C-4C90009AFC9D}"/>
              </a:ext>
            </a:extLst>
          </p:cNvPr>
          <p:cNvSpPr>
            <a:spLocks xmlns:a="http://schemas.openxmlformats.org/drawingml/2006/main" noGrp="1"/>
          </p:cNvSpPr>
          <p:nvPr/>
        </p:nvSpPr>
        <p:spPr>
          <a:xfrm xmlns:a="http://schemas.openxmlformats.org/drawingml/2006/main">
            <a:off x="22812375" y="196405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1611654C-DE06-4D9C-915D-3AE66D8C90DA}"/>
              </a:ext>
            </a:extLst>
          </p:cNvPr>
          <p:cNvSpPr>
            <a:spLocks xmlns:a="http://schemas.openxmlformats.org/drawingml/2006/main" noGrp="1"/>
          </p:cNvSpPr>
          <p:nvPr/>
        </p:nvSpPr>
        <p:spPr>
          <a:xfrm xmlns:a="http://schemas.openxmlformats.org/drawingml/2006/main">
            <a:off x="22812375" y="200406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AB9C78AC-6231-4B33-85AC-8BFB2176EA78}"/>
              </a:ext>
            </a:extLst>
          </p:cNvPr>
          <p:cNvSpPr>
            <a:spLocks xmlns:a="http://schemas.openxmlformats.org/drawingml/2006/main" noGrp="1"/>
          </p:cNvSpPr>
          <p:nvPr/>
        </p:nvSpPr>
        <p:spPr>
          <a:xfrm xmlns:a="http://schemas.openxmlformats.org/drawingml/2006/main">
            <a:off x="22812375" y="204406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82E8054D-B5FC-4A94-A834-7D7472495AD3}"/>
              </a:ext>
            </a:extLst>
          </p:cNvPr>
          <p:cNvSpPr>
            <a:spLocks xmlns:a="http://schemas.openxmlformats.org/drawingml/2006/main" noGrp="1"/>
          </p:cNvSpPr>
          <p:nvPr/>
        </p:nvSpPr>
        <p:spPr>
          <a:xfrm xmlns:a="http://schemas.openxmlformats.org/drawingml/2006/main">
            <a:off x="22812375" y="208407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7BAA2BFC-207D-4CBE-B62F-C2444AD21462}"/>
              </a:ext>
            </a:extLst>
          </p:cNvPr>
          <p:cNvSpPr>
            <a:spLocks xmlns:a="http://schemas.openxmlformats.org/drawingml/2006/main" noGrp="1"/>
          </p:cNvSpPr>
          <p:nvPr/>
        </p:nvSpPr>
        <p:spPr>
          <a:xfrm xmlns:a="http://schemas.openxmlformats.org/drawingml/2006/main">
            <a:off x="22812375" y="212407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9002AC56-E220-44B7-BABD-9E02F62B77CA}"/>
              </a:ext>
            </a:extLst>
          </p:cNvPr>
          <p:cNvSpPr>
            <a:spLocks xmlns:a="http://schemas.openxmlformats.org/drawingml/2006/main" noGrp="1"/>
          </p:cNvSpPr>
          <p:nvPr/>
        </p:nvSpPr>
        <p:spPr>
          <a:xfrm xmlns:a="http://schemas.openxmlformats.org/drawingml/2006/main">
            <a:off x="22812375" y="216408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4DFC02D-0804-4625-A472-42F0341B3D57}"/>
              </a:ext>
            </a:extLst>
          </p:cNvPr>
          <p:cNvSpPr>
            <a:spLocks xmlns:a="http://schemas.openxmlformats.org/drawingml/2006/main" noGrp="1"/>
          </p:cNvSpPr>
          <p:nvPr/>
        </p:nvSpPr>
        <p:spPr>
          <a:xfrm xmlns:a="http://schemas.openxmlformats.org/drawingml/2006/main">
            <a:off x="22812375" y="220408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6F7827FC-3615-436E-9039-E5B5AC4B55CE}"/>
              </a:ext>
            </a:extLst>
          </p:cNvPr>
          <p:cNvSpPr>
            <a:spLocks xmlns:a="http://schemas.openxmlformats.org/drawingml/2006/main" noGrp="1"/>
          </p:cNvSpPr>
          <p:nvPr/>
        </p:nvSpPr>
        <p:spPr>
          <a:xfrm xmlns:a="http://schemas.openxmlformats.org/drawingml/2006/main">
            <a:off x="22812375" y="224409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1ED73B3E-DBB8-4458-A1D7-A88B2A4F706B}"/>
              </a:ext>
            </a:extLst>
          </p:cNvPr>
          <p:cNvSpPr>
            <a:spLocks xmlns:a="http://schemas.openxmlformats.org/drawingml/2006/main" noGrp="1"/>
          </p:cNvSpPr>
          <p:nvPr/>
        </p:nvSpPr>
        <p:spPr>
          <a:xfrm xmlns:a="http://schemas.openxmlformats.org/drawingml/2006/main">
            <a:off x="22812375" y="228409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D08875A0-FCD3-4838-B5C5-68C795C59A09}"/>
              </a:ext>
            </a:extLst>
          </p:cNvPr>
          <p:cNvSpPr>
            <a:spLocks xmlns:a="http://schemas.openxmlformats.org/drawingml/2006/main" noGrp="1"/>
          </p:cNvSpPr>
          <p:nvPr/>
        </p:nvSpPr>
        <p:spPr>
          <a:xfrm xmlns:a="http://schemas.openxmlformats.org/drawingml/2006/main">
            <a:off x="22812375" y="232410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A7E1AF00-50A6-4A64-9C99-65DC85957130}"/>
              </a:ext>
            </a:extLst>
          </p:cNvPr>
          <p:cNvSpPr>
            <a:spLocks xmlns:a="http://schemas.openxmlformats.org/drawingml/2006/main" noGrp="1"/>
          </p:cNvSpPr>
          <p:nvPr/>
        </p:nvSpPr>
        <p:spPr>
          <a:xfrm xmlns:a="http://schemas.openxmlformats.org/drawingml/2006/main">
            <a:off x="22812375" y="23641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D1BCECCA-E554-47FC-984A-4219CCDD0D6A}"/>
              </a:ext>
            </a:extLst>
          </p:cNvPr>
          <p:cNvSpPr>
            <a:spLocks xmlns:a="http://schemas.openxmlformats.org/drawingml/2006/main" noGrp="1"/>
          </p:cNvSpPr>
          <p:nvPr/>
        </p:nvSpPr>
        <p:spPr>
          <a:xfrm xmlns:a="http://schemas.openxmlformats.org/drawingml/2006/main">
            <a:off x="22812375" y="240411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D2E7CB32-6D58-42A5-88CC-85F07649B170}"/>
              </a:ext>
            </a:extLst>
          </p:cNvPr>
          <p:cNvSpPr>
            <a:spLocks xmlns:a="http://schemas.openxmlformats.org/drawingml/2006/main" noGrp="1"/>
          </p:cNvSpPr>
          <p:nvPr/>
        </p:nvSpPr>
        <p:spPr>
          <a:xfrm xmlns:a="http://schemas.openxmlformats.org/drawingml/2006/main">
            <a:off x="22812375" y="244411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F7DE0DCC-AB09-4941-8AFD-2620B67CA388}"/>
              </a:ext>
            </a:extLst>
          </p:cNvPr>
          <p:cNvSpPr>
            <a:spLocks xmlns:a="http://schemas.openxmlformats.org/drawingml/2006/main" noGrp="1"/>
          </p:cNvSpPr>
          <p:nvPr/>
        </p:nvSpPr>
        <p:spPr>
          <a:xfrm xmlns:a="http://schemas.openxmlformats.org/drawingml/2006/main">
            <a:off x="22812375" y="248412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51721875-3566-4D35-8DCC-108D8165422C}"/>
              </a:ext>
            </a:extLst>
          </p:cNvPr>
          <p:cNvSpPr>
            <a:spLocks xmlns:a="http://schemas.openxmlformats.org/drawingml/2006/main" noGrp="1"/>
          </p:cNvSpPr>
          <p:nvPr/>
        </p:nvSpPr>
        <p:spPr>
          <a:xfrm xmlns:a="http://schemas.openxmlformats.org/drawingml/2006/main">
            <a:off x="22812375" y="252412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BC3B0D7F-76D6-406B-BD60-45F18C2A7616}"/>
              </a:ext>
            </a:extLst>
          </p:cNvPr>
          <p:cNvSpPr>
            <a:spLocks xmlns:a="http://schemas.openxmlformats.org/drawingml/2006/main" noGrp="1"/>
          </p:cNvSpPr>
          <p:nvPr/>
        </p:nvSpPr>
        <p:spPr>
          <a:xfrm xmlns:a="http://schemas.openxmlformats.org/drawingml/2006/main">
            <a:off x="22812375" y="256413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4E5BF90-4206-4AB6-80B7-4D4373138B7E}"/>
              </a:ext>
            </a:extLst>
          </p:cNvPr>
          <p:cNvSpPr>
            <a:spLocks xmlns:a="http://schemas.openxmlformats.org/drawingml/2006/main" noGrp="1"/>
          </p:cNvSpPr>
          <p:nvPr/>
        </p:nvSpPr>
        <p:spPr>
          <a:xfrm xmlns:a="http://schemas.openxmlformats.org/drawingml/2006/main">
            <a:off x="22812375" y="260413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5C721012-826E-4D8B-9F5B-6240A85C83EB}"/>
              </a:ext>
            </a:extLst>
          </p:cNvPr>
          <p:cNvSpPr>
            <a:spLocks xmlns:a="http://schemas.openxmlformats.org/drawingml/2006/main" noGrp="1"/>
          </p:cNvSpPr>
          <p:nvPr/>
        </p:nvSpPr>
        <p:spPr>
          <a:xfrm xmlns:a="http://schemas.openxmlformats.org/drawingml/2006/main">
            <a:off x="22812375" y="264414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EDE1C5F8-AEA9-4D39-ACD2-14C910451E72}"/>
              </a:ext>
            </a:extLst>
          </p:cNvPr>
          <p:cNvSpPr>
            <a:spLocks xmlns:a="http://schemas.openxmlformats.org/drawingml/2006/main" noGrp="1"/>
          </p:cNvSpPr>
          <p:nvPr/>
        </p:nvSpPr>
        <p:spPr>
          <a:xfrm xmlns:a="http://schemas.openxmlformats.org/drawingml/2006/main">
            <a:off x="22812375" y="268414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7312522F-D9D2-4F28-AB37-0928C0A20AB1}"/>
              </a:ext>
            </a:extLst>
          </p:cNvPr>
          <p:cNvSpPr>
            <a:spLocks xmlns:a="http://schemas.openxmlformats.org/drawingml/2006/main" noGrp="1"/>
          </p:cNvSpPr>
          <p:nvPr/>
        </p:nvSpPr>
        <p:spPr>
          <a:xfrm xmlns:a="http://schemas.openxmlformats.org/drawingml/2006/main">
            <a:off x="22812375" y="272415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ADA1A1A3-54A8-4F3C-84A9-65DE3654923F}"/>
              </a:ext>
            </a:extLst>
          </p:cNvPr>
          <p:cNvSpPr>
            <a:spLocks xmlns:a="http://schemas.openxmlformats.org/drawingml/2006/main" noGrp="1"/>
          </p:cNvSpPr>
          <p:nvPr/>
        </p:nvSpPr>
        <p:spPr>
          <a:xfrm xmlns:a="http://schemas.openxmlformats.org/drawingml/2006/main">
            <a:off x="22812375" y="276415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277B3479-EC33-4FD6-AE06-4CD501802EB2}"/>
              </a:ext>
            </a:extLst>
          </p:cNvPr>
          <p:cNvSpPr>
            <a:spLocks xmlns:a="http://schemas.openxmlformats.org/drawingml/2006/main" noGrp="1"/>
          </p:cNvSpPr>
          <p:nvPr/>
        </p:nvSpPr>
        <p:spPr>
          <a:xfrm xmlns:a="http://schemas.openxmlformats.org/drawingml/2006/main">
            <a:off x="22812375" y="280416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E8569F83-E061-40F5-9402-0495C19DBE89}"/>
              </a:ext>
            </a:extLst>
          </p:cNvPr>
          <p:cNvSpPr>
            <a:spLocks xmlns:a="http://schemas.openxmlformats.org/drawingml/2006/main" noGrp="1"/>
          </p:cNvSpPr>
          <p:nvPr/>
        </p:nvSpPr>
        <p:spPr>
          <a:xfrm xmlns:a="http://schemas.openxmlformats.org/drawingml/2006/main">
            <a:off x="22812375" y="284416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20A7BAE0-1F2D-4480-B069-767F61DBFCAF}"/>
              </a:ext>
            </a:extLst>
          </p:cNvPr>
          <p:cNvSpPr>
            <a:spLocks xmlns:a="http://schemas.openxmlformats.org/drawingml/2006/main" noGrp="1"/>
          </p:cNvSpPr>
          <p:nvPr/>
        </p:nvSpPr>
        <p:spPr>
          <a:xfrm xmlns:a="http://schemas.openxmlformats.org/drawingml/2006/main">
            <a:off x="22812375" y="288417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D97D43C8-3191-45AE-828F-EAAECDE5912F}"/>
              </a:ext>
            </a:extLst>
          </p:cNvPr>
          <p:cNvSpPr>
            <a:spLocks xmlns:a="http://schemas.openxmlformats.org/drawingml/2006/main" noGrp="1"/>
          </p:cNvSpPr>
          <p:nvPr/>
        </p:nvSpPr>
        <p:spPr>
          <a:xfrm xmlns:a="http://schemas.openxmlformats.org/drawingml/2006/main">
            <a:off x="22812375" y="292417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4ED1802D-4B45-404A-92AA-DA83B3D303D3}"/>
              </a:ext>
            </a:extLst>
          </p:cNvPr>
          <p:cNvSpPr>
            <a:spLocks xmlns:a="http://schemas.openxmlformats.org/drawingml/2006/main" noGrp="1"/>
          </p:cNvSpPr>
          <p:nvPr/>
        </p:nvSpPr>
        <p:spPr>
          <a:xfrm xmlns:a="http://schemas.openxmlformats.org/drawingml/2006/main">
            <a:off x="22812375" y="296418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C4BB4BDB-DA17-404B-AB46-BD25A9A289E2}"/>
              </a:ext>
            </a:extLst>
          </p:cNvPr>
          <p:cNvSpPr>
            <a:spLocks xmlns:a="http://schemas.openxmlformats.org/drawingml/2006/main" noGrp="1"/>
          </p:cNvSpPr>
          <p:nvPr/>
        </p:nvSpPr>
        <p:spPr>
          <a:xfrm xmlns:a="http://schemas.openxmlformats.org/drawingml/2006/main">
            <a:off x="22812375" y="300418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BFCF692D-7357-4582-BB78-C2999A589210}"/>
              </a:ext>
            </a:extLst>
          </p:cNvPr>
          <p:cNvSpPr>
            <a:spLocks xmlns:a="http://schemas.openxmlformats.org/drawingml/2006/main" noGrp="1"/>
          </p:cNvSpPr>
          <p:nvPr/>
        </p:nvSpPr>
        <p:spPr>
          <a:xfrm xmlns:a="http://schemas.openxmlformats.org/drawingml/2006/main">
            <a:off x="22812375" y="304419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EFAAA66B-CD0E-410B-AB07-60BBD6FD0F0F}"/>
              </a:ext>
            </a:extLst>
          </p:cNvPr>
          <p:cNvSpPr>
            <a:spLocks xmlns:a="http://schemas.openxmlformats.org/drawingml/2006/main" noGrp="1"/>
          </p:cNvSpPr>
          <p:nvPr/>
        </p:nvSpPr>
        <p:spPr>
          <a:xfrm xmlns:a="http://schemas.openxmlformats.org/drawingml/2006/main">
            <a:off x="22812375" y="308419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47440930-266A-4D28-B428-AE07B28D76F9}"/>
              </a:ext>
            </a:extLst>
          </p:cNvPr>
          <p:cNvSpPr>
            <a:spLocks xmlns:a="http://schemas.openxmlformats.org/drawingml/2006/main" noGrp="1"/>
          </p:cNvSpPr>
          <p:nvPr/>
        </p:nvSpPr>
        <p:spPr>
          <a:xfrm xmlns:a="http://schemas.openxmlformats.org/drawingml/2006/main">
            <a:off x="22812375" y="312420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E22EC9B2-096F-439D-8475-D230236A291D}"/>
              </a:ext>
            </a:extLst>
          </p:cNvPr>
          <p:cNvSpPr>
            <a:spLocks xmlns:a="http://schemas.openxmlformats.org/drawingml/2006/main" noGrp="1"/>
          </p:cNvSpPr>
          <p:nvPr/>
        </p:nvSpPr>
        <p:spPr>
          <a:xfrm xmlns:a="http://schemas.openxmlformats.org/drawingml/2006/main">
            <a:off x="22812375" y="31642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3C34AB0B-C51D-4B12-A756-04490509D0A6}"/>
              </a:ext>
            </a:extLst>
          </p:cNvPr>
          <p:cNvSpPr>
            <a:spLocks xmlns:a="http://schemas.openxmlformats.org/drawingml/2006/main" noGrp="1"/>
          </p:cNvSpPr>
          <p:nvPr/>
        </p:nvSpPr>
        <p:spPr>
          <a:xfrm xmlns:a="http://schemas.openxmlformats.org/drawingml/2006/main">
            <a:off x="22812375" y="320421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31FB8B04-9687-47C1-BD92-0CB979B05DDF}"/>
              </a:ext>
            </a:extLst>
          </p:cNvPr>
          <p:cNvSpPr>
            <a:spLocks xmlns:a="http://schemas.openxmlformats.org/drawingml/2006/main" noGrp="1"/>
          </p:cNvSpPr>
          <p:nvPr/>
        </p:nvSpPr>
        <p:spPr>
          <a:xfrm xmlns:a="http://schemas.openxmlformats.org/drawingml/2006/main">
            <a:off x="22812375" y="324421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3D015F7-FBA1-4431-AE83-2C3F3AD9EEBE}"/>
              </a:ext>
            </a:extLst>
          </p:cNvPr>
          <p:cNvSpPr>
            <a:spLocks xmlns:a="http://schemas.openxmlformats.org/drawingml/2006/main" noGrp="1"/>
          </p:cNvSpPr>
          <p:nvPr/>
        </p:nvSpPr>
        <p:spPr>
          <a:xfrm xmlns:a="http://schemas.openxmlformats.org/drawingml/2006/main">
            <a:off x="22812375" y="328422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DF2C4518-C857-41FC-880E-298BBE7038C4}"/>
              </a:ext>
            </a:extLst>
          </p:cNvPr>
          <p:cNvSpPr>
            <a:spLocks xmlns:a="http://schemas.openxmlformats.org/drawingml/2006/main" noGrp="1"/>
          </p:cNvSpPr>
          <p:nvPr/>
        </p:nvSpPr>
        <p:spPr>
          <a:xfrm xmlns:a="http://schemas.openxmlformats.org/drawingml/2006/main">
            <a:off x="22812375" y="332422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55194BB4-A9D3-49C9-804E-CA01A8FDB0F4}"/>
              </a:ext>
            </a:extLst>
          </p:cNvPr>
          <p:cNvSpPr>
            <a:spLocks xmlns:a="http://schemas.openxmlformats.org/drawingml/2006/main" noGrp="1"/>
          </p:cNvSpPr>
          <p:nvPr/>
        </p:nvSpPr>
        <p:spPr>
          <a:xfrm xmlns:a="http://schemas.openxmlformats.org/drawingml/2006/main">
            <a:off x="22812375" y="3364230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73E822B9-2E33-4DBD-ABA5-907228BC32F4}"/>
              </a:ext>
            </a:extLst>
          </p:cNvPr>
          <p:cNvSpPr>
            <a:spLocks xmlns:a="http://schemas.openxmlformats.org/drawingml/2006/main" noGrp="1"/>
          </p:cNvSpPr>
          <p:nvPr/>
        </p:nvSpPr>
        <p:spPr>
          <a:xfrm xmlns:a="http://schemas.openxmlformats.org/drawingml/2006/main">
            <a:off x="22812375" y="340423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title">
            <a:extLst xmlns:a="http://schemas.openxmlformats.org/drawingml/2006/main">
              <a:ext uri="{FF2B5EF4-FFF2-40B4-BE49-F238E27FC236}">
                <a16:creationId xmlns:a16="http://schemas.microsoft.com/office/drawing/2014/main" id="{50113D4B-D922-4BE0-9AFB-69E364368496}"/>
              </a:ext>
            </a:extLst>
          </p:cNvPr>
          <p:cNvSpPr>
            <a:spLocks xmlns:a="http://schemas.openxmlformats.org/drawingml/2006/main" noGrp="1"/>
          </p:cNvSpPr>
          <p:nvPr/>
        </p:nvSpPr>
        <p:spPr>
          <a:xfrm xmlns:a="http://schemas.openxmlformats.org/drawingml/2006/main">
            <a:off x="22764750" y="7715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150" b="1">
                <a:solidFill>
                  <a:srgbClr val="7FC7FF"/>
                </a:solidFill>
                <a:latin typeface="Fira Code"/>
                <a:ea typeface="Fira Code"/>
                <a:cs typeface="Fira Code"/>
              </a:defRPr>
            </a:pPr>
            <a:r>
              <a:rPr sz="3150" b="1">
                <a:solidFill>
                  <a:srgbClr val="7FC7FF"/>
                </a:solidFill>
                <a:latin typeface="Fira Code"/>
                <a:ea typeface="Fira Code"/>
                <a:cs typeface="Fira Code"/>
              </a:rPr>
              <a:t>Numerical source and typed graph</a:t>
            </a:r>
          </a:p>
        </p:txBody>
      </p:sp>
      <p:sp>
        <p:nvSpPr>
          <p:cNvPr id="171" name="Numerical narrative equations">
            <a:extLst xmlns:a="http://schemas.openxmlformats.org/drawingml/2006/main">
              <a:ext uri="{FF2B5EF4-FFF2-40B4-BE49-F238E27FC236}">
                <a16:creationId xmlns:a16="http://schemas.microsoft.com/office/drawing/2014/main" id="{D99FD0FE-749D-4815-9B04-BFF74A6ED2DB}"/>
              </a:ext>
            </a:extLst>
          </p:cNvPr>
          <p:cNvSpPr>
            <a:spLocks xmlns:a="http://schemas.openxmlformats.org/drawingml/2006/main" noGrp="1"/>
          </p:cNvSpPr>
          <p:nvPr/>
        </p:nvSpPr>
        <p:spPr>
          <a:xfrm xmlns:a="http://schemas.openxmlformats.org/drawingml/2006/main">
            <a:off x="22764750" y="8477250"/>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The Mech EKF follows matrix equations adapted from Thrun et al. (2005), with explicit types and dependencies.</a:t>
            </a:r>
          </a:p>
        </p:txBody>
      </p:sp>
      <p:sp>
        <p:nvSpPr>
          <p:cNvPr id="172" name="Numerical narrative graph">
            <a:extLst xmlns:a="http://schemas.openxmlformats.org/drawingml/2006/main">
              <a:ext uri="{FF2B5EF4-FFF2-40B4-BE49-F238E27FC236}">
                <a16:creationId xmlns:a16="http://schemas.microsoft.com/office/drawing/2014/main" id="{F47C35A4-D992-4562-B33A-D4307478291C}"/>
              </a:ext>
            </a:extLst>
          </p:cNvPr>
          <p:cNvSpPr>
            <a:spLocks xmlns:a="http://schemas.openxmlformats.org/drawingml/2006/main" noGrp="1"/>
          </p:cNvSpPr>
          <p:nvPr/>
        </p:nvSpPr>
        <p:spPr>
          <a:xfrm xmlns:a="http://schemas.openxmlformats.org/drawingml/2006/main">
            <a:off x="22764750" y="9525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Compilation produces a typed dataflow artifact. Backends specialize execution and data layout. New backends can reuse the numerical source.</a:t>
            </a:r>
          </a:p>
        </p:txBody>
      </p:sp>
      <p:sp>
        <p:nvSpPr>
          <p:cNvPr id="173" name="Numerical narrative algebra">
            <a:extLst xmlns:a="http://schemas.openxmlformats.org/drawingml/2006/main">
              <a:ext uri="{FF2B5EF4-FFF2-40B4-BE49-F238E27FC236}">
                <a16:creationId xmlns:a16="http://schemas.microsoft.com/office/drawing/2014/main" id="{692A80CB-C5E9-4EF3-A6E1-153BAA948D25}"/>
              </a:ext>
            </a:extLst>
          </p:cNvPr>
          <p:cNvSpPr>
            <a:spLocks xmlns:a="http://schemas.openxmlformats.org/drawingml/2006/main" noGrp="1"/>
          </p:cNvSpPr>
          <p:nvPr/>
        </p:nvSpPr>
        <p:spPr>
          <a:xfrm xmlns:a="http://schemas.openxmlformats.org/drawingml/2006/main">
            <a:off x="22764750" y="1095375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Matrix operations use nalgebra in the ordinary backend. Specialized backends compile the numerical graph directly.</a:t>
            </a:r>
          </a:p>
        </p:txBody>
      </p:sp>
      <p:sp>
        <p:nvSpPr>
          <p:cNvPr id="174" name="Numerical source graph">
            <a:extLst xmlns:a="http://schemas.openxmlformats.org/drawingml/2006/main">
              <a:ext uri="{FF2B5EF4-FFF2-40B4-BE49-F238E27FC236}">
                <a16:creationId xmlns:a16="http://schemas.microsoft.com/office/drawing/2014/main" id="{F2744CF6-0329-438B-9B18-697C348DFAD4}"/>
              </a:ext>
            </a:extLst>
          </p:cNvPr>
          <p:cNvSpPr>
            <a:spLocks xmlns:a="http://schemas.openxmlformats.org/drawingml/2006/main" noGrp="1"/>
          </p:cNvSpPr>
          <p:nvPr/>
        </p:nvSpPr>
        <p:spPr>
          <a:xfrm xmlns:a="http://schemas.openxmlformats.org/drawingml/2006/main">
            <a:off x="22764750" y="12096750"/>
            <a:ext cx="2714625"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.mec source</a:t>
            </a:r>
          </a:p>
        </p:txBody>
      </p:sp>
      <p:sp>
        <p:nvSpPr>
          <p:cNvPr id="175" name="Typed graph">
            <a:extLst xmlns:a="http://schemas.openxmlformats.org/drawingml/2006/main">
              <a:ext uri="{FF2B5EF4-FFF2-40B4-BE49-F238E27FC236}">
                <a16:creationId xmlns:a16="http://schemas.microsoft.com/office/drawing/2014/main" id="{9A1D68D8-4016-41BD-8CE2-9C50AF5C0A51}"/>
              </a:ext>
            </a:extLst>
          </p:cNvPr>
          <p:cNvSpPr>
            <a:spLocks xmlns:a="http://schemas.openxmlformats.org/drawingml/2006/main" noGrp="1"/>
          </p:cNvSpPr>
          <p:nvPr/>
        </p:nvSpPr>
        <p:spPr>
          <a:xfrm xmlns:a="http://schemas.openxmlformats.org/drawingml/2006/main">
            <a:off x="26050875" y="12096750"/>
            <a:ext cx="2714625"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Typed graph</a:t>
            </a:r>
          </a:p>
        </p:txBody>
      </p:sp>
      <p:sp>
        <p:nvSpPr>
          <p:cNvPr id="176" name="Backend lowering">
            <a:extLst xmlns:a="http://schemas.openxmlformats.org/drawingml/2006/main">
              <a:ext uri="{FF2B5EF4-FFF2-40B4-BE49-F238E27FC236}">
                <a16:creationId xmlns:a16="http://schemas.microsoft.com/office/drawing/2014/main" id="{F78FC7BE-95F0-49BA-BB71-8D12D91D5A3A}"/>
              </a:ext>
            </a:extLst>
          </p:cNvPr>
          <p:cNvSpPr>
            <a:spLocks xmlns:a="http://schemas.openxmlformats.org/drawingml/2006/main" noGrp="1"/>
          </p:cNvSpPr>
          <p:nvPr/>
        </p:nvSpPr>
        <p:spPr>
          <a:xfrm xmlns:a="http://schemas.openxmlformats.org/drawingml/2006/main">
            <a:off x="29337000" y="12096750"/>
            <a:ext cx="295275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Backend</a:t>
            </a:r>
          </a:p>
        </p:txBody>
      </p:sp>
      <p:cxnSp>
        <p:nvCxnSpPr>
          <p:cNvPr id="397" name=""/>
          <p:cNvCxnSpPr>
            <a:stCxn xmlns:a="http://schemas.openxmlformats.org/drawingml/2006/main" id="174" idx="3"/>
            <a:endCxn xmlns:a="http://schemas.openxmlformats.org/drawingml/2006/main" id="175" idx="1"/>
          </p:cNvCxnSpPr>
          <p:nvPr/>
        </p:nvCxnSpPr>
        <p:spPr>
          <a:xfrm xmlns:a="http://schemas.openxmlformats.org/drawingml/2006/main">
            <a:off x="25479375" y="12406313"/>
            <a:ext cx="571500" cy="0"/>
          </a:xfrm>
          <a:prstGeom xmlns:a="http://schemas.openxmlformats.org/drawingml/2006/main" prst="straightConnector1">
            <a:avLst/>
          </a:prstGeom>
          <a:ln xmlns:a="http://schemas.openxmlformats.org/drawingml/2006/main" w="38100">
            <a:solidFill>
              <a:srgbClr val="7FC7FF"/>
            </a:solidFill>
            <a:tailEnd type="arrow" w="med" len="med"/>
          </a:ln>
        </p:spPr>
      </p:cxnSp>
      <p:cxnSp>
        <p:nvCxnSpPr>
          <p:cNvPr id="398" name=""/>
          <p:cNvCxnSpPr>
            <a:stCxn xmlns:a="http://schemas.openxmlformats.org/drawingml/2006/main" id="175" idx="3"/>
            <a:endCxn xmlns:a="http://schemas.openxmlformats.org/drawingml/2006/main" id="176" idx="1"/>
          </p:cNvCxnSpPr>
          <p:nvPr/>
        </p:nvCxnSpPr>
        <p:spPr>
          <a:xfrm xmlns:a="http://schemas.openxmlformats.org/drawingml/2006/main">
            <a:off x="28765500" y="12406313"/>
            <a:ext cx="571500" cy="0"/>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179" name="Source comparison title">
            <a:extLst xmlns:a="http://schemas.openxmlformats.org/drawingml/2006/main">
              <a:ext uri="{FF2B5EF4-FFF2-40B4-BE49-F238E27FC236}">
                <a16:creationId xmlns:a16="http://schemas.microsoft.com/office/drawing/2014/main" id="{BE1B3C86-2BB4-40B3-91D8-88A11BD00D5B}"/>
              </a:ext>
            </a:extLst>
          </p:cNvPr>
          <p:cNvSpPr>
            <a:spLocks xmlns:a="http://schemas.openxmlformats.org/drawingml/2006/main" noGrp="1"/>
          </p:cNvSpPr>
          <p:nvPr/>
        </p:nvSpPr>
        <p:spPr>
          <a:xfrm xmlns:a="http://schemas.openxmlformats.org/drawingml/2006/main">
            <a:off x="22764750" y="35242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400" name=""/>
          <p:cNvGraphicFramePr/>
          <p:nvPr/>
        </p:nvGraphicFramePr>
        <p:xfrm>
          <a:off xmlns:a="http://schemas.openxmlformats.org/drawingml/2006/main" x="22764750" y="35909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81" name="Source size finding">
            <a:extLst xmlns:a="http://schemas.openxmlformats.org/drawingml/2006/main">
              <a:ext uri="{FF2B5EF4-FFF2-40B4-BE49-F238E27FC236}">
                <a16:creationId xmlns:a16="http://schemas.microsoft.com/office/drawing/2014/main" id="{45734989-A073-40F0-A2C1-5ADE96218654}"/>
              </a:ext>
            </a:extLst>
          </p:cNvPr>
          <p:cNvSpPr>
            <a:spLocks xmlns:a="http://schemas.openxmlformats.org/drawingml/2006/main" noGrp="1"/>
          </p:cNvSpPr>
          <p:nvPr/>
        </p:nvSpPr>
        <p:spPr>
          <a:xfrm xmlns:a="http://schemas.openxmlformats.org/drawingml/2006/main">
            <a:off x="22764750" y="387667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0">
                <a:solidFill>
                  <a:srgbClr val="7FC7FF"/>
                </a:solidFill>
                <a:latin typeface="Segoe UI"/>
                <a:ea typeface="Segoe UI"/>
                <a:cs typeface="Segoe UI"/>
              </a:defRPr>
            </a:pPr>
            <a:r>
              <a:rPr sz="2250" b="0">
                <a:solidFill>
                  <a:srgbClr val="7FC7FF"/>
                </a:solidFill>
                <a:latin typeface="Segoe UI"/>
                <a:ea typeface="Segoe UI"/>
                <a:cs typeface="Segoe UI"/>
              </a:rPr>
              <a:t>The source audit measures implementation size for this EKF. SIMD Rust uses almost five times as many normalized characters as Mech, mainly for SIMD and batch support.</a:t>
            </a:r>
          </a:p>
        </p:txBody>
      </p:sp>
      <p:sp>
        <p:nvSpPr>
          <p:cNvPr id="182" name="Source size scope">
            <a:extLst xmlns:a="http://schemas.openxmlformats.org/drawingml/2006/main">
              <a:ext uri="{FF2B5EF4-FFF2-40B4-BE49-F238E27FC236}">
                <a16:creationId xmlns:a16="http://schemas.microsoft.com/office/drawing/2014/main" id="{E90D459A-2B4B-44A6-BE1A-AD671CFA3698}"/>
              </a:ext>
            </a:extLst>
          </p:cNvPr>
          <p:cNvSpPr>
            <a:spLocks xmlns:a="http://schemas.openxmlformats.org/drawingml/2006/main" noGrp="1"/>
          </p:cNvSpPr>
          <p:nvPr/>
        </p:nvSpPr>
        <p:spPr>
          <a:xfrm xmlns:a="http://schemas.openxmlformats.org/drawingml/2006/main">
            <a:off x="22764750" y="40005000"/>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Each identifier occurrence counts as one character. Comments and nonliteral whitespace are removed; general runtime/compiler internals are excluded.</a:t>
            </a:r>
          </a:p>
        </p:txBody>
      </p:sp>
      <p:sp>
        <p:nvSpPr>
          <p:cNvPr id="183" name="EKF reference">
            <a:extLst xmlns:a="http://schemas.openxmlformats.org/drawingml/2006/main">
              <a:ext uri="{FF2B5EF4-FFF2-40B4-BE49-F238E27FC236}">
                <a16:creationId xmlns:a16="http://schemas.microsoft.com/office/drawing/2014/main" id="{17A99A67-BBBD-4EB0-9918-7D81362E5D0F}"/>
              </a:ext>
            </a:extLst>
          </p:cNvPr>
          <p:cNvSpPr>
            <a:spLocks xmlns:a="http://schemas.openxmlformats.org/drawingml/2006/main" noGrp="1"/>
          </p:cNvSpPr>
          <p:nvPr/>
        </p:nvSpPr>
        <p:spPr>
          <a:xfrm xmlns:a="http://schemas.openxmlformats.org/drawingml/2006/main">
            <a:off x="22764750" y="407670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Thrun, Burgard &amp; Fox. Probabilistic Robotics. MIT Press, 2005. §7.4.2, Table 7.2 (adapted).</a:t>
            </a:r>
          </a:p>
        </p:txBody>
      </p:sp>
      <p:sp>
        <p:nvSpPr>
          <p:cNvPr id="184" name="Embeddable">
            <a:extLst xmlns:a="http://schemas.openxmlformats.org/drawingml/2006/main">
              <a:ext uri="{FF2B5EF4-FFF2-40B4-BE49-F238E27FC236}">
                <a16:creationId xmlns:a16="http://schemas.microsoft.com/office/drawing/2014/main" id="{84592566-156F-420D-900A-C6B7F061CE0D}"/>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5" name="AOT deployment">
            <a:extLst xmlns:a="http://schemas.openxmlformats.org/drawingml/2006/main">
              <a:ext uri="{FF2B5EF4-FFF2-40B4-BE49-F238E27FC236}">
                <a16:creationId xmlns:a16="http://schemas.microsoft.com/office/drawing/2014/main" id="{36A0E0F9-CFF1-40E5-885C-C3C2424869CF}"/>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6" name="Rust caller title">
            <a:extLst xmlns:a="http://schemas.openxmlformats.org/drawingml/2006/main">
              <a:ext uri="{FF2B5EF4-FFF2-40B4-BE49-F238E27FC236}">
                <a16:creationId xmlns:a16="http://schemas.microsoft.com/office/drawing/2014/main" id="{263E4D6F-6687-4166-9E74-DCB6D7507E9A}"/>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7" name="Rust caller panel">
            <a:extLst xmlns:a="http://schemas.openxmlformats.org/drawingml/2006/main">
              <a:ext uri="{FF2B5EF4-FFF2-40B4-BE49-F238E27FC236}">
                <a16:creationId xmlns:a16="http://schemas.microsoft.com/office/drawing/2014/main" id="{94E0E9AA-6A56-4C48-9949-0390081BD373}"/>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8" name="Rust caller">
            <a:extLst xmlns:a="http://schemas.openxmlformats.org/drawingml/2006/main">
              <a:ext uri="{FF2B5EF4-FFF2-40B4-BE49-F238E27FC236}">
                <a16:creationId xmlns:a16="http://schemas.microsoft.com/office/drawing/2014/main" id="{C4F2687B-B04B-4DD3-87DC-F0840F5FC2C7}"/>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9" name="Rust caller explanation">
            <a:extLst xmlns:a="http://schemas.openxmlformats.org/drawingml/2006/main">
              <a:ext uri="{FF2B5EF4-FFF2-40B4-BE49-F238E27FC236}">
                <a16:creationId xmlns:a16="http://schemas.microsoft.com/office/drawing/2014/main" id="{A1A79272-3A39-442F-B14F-C3C21CF25772}"/>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90" name="AOT benchmark title">
            <a:extLst xmlns:a="http://schemas.openxmlformats.org/drawingml/2006/main">
              <a:ext uri="{FF2B5EF4-FFF2-40B4-BE49-F238E27FC236}">
                <a16:creationId xmlns:a16="http://schemas.microsoft.com/office/drawing/2014/main" id="{7130E981-C284-4C72-8665-195AEF929FC9}"/>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411"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3686175"/>
                <a:gridCol w="2209800"/>
                <a:gridCol w="4248150"/>
              </a:tblGrid>
              <a:tr h="523875">
                <a:tc>
                  <a:txBody>
                    <a:bodyPr wrap="none" lIns="95250" tIns="38100" rIns="95250" bIns="38100">
                      <a:noAutofit/>
                    </a:bodyPr>
                    <a:lstStyle/>
                    <a:p>
                      <a:pPr algn="l"/>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M/s ± MAD</a:t>
                      </a:r>
                    </a:p>
                  </a:txBody>
                  <a:tcPr marL="91440" marR="91440" marT="45720" marB="45720" anchor="ctr">
                    <a:solidFill>
                      <a:srgbClr val="1C2C3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14.671 ± 0.008</a:t>
                      </a:r>
                    </a:p>
                  </a:txBody>
                  <a:tcPr marL="91440" marR="91440" marT="45720" marB="45720" anchor="ctr">
                    <a:solidFill>
                      <a:srgbClr val="0B111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21.121 ± 0.005</a:t>
                      </a:r>
                    </a:p>
                  </a:txBody>
                  <a:tcPr marL="91440" marR="91440" marT="45720" marB="45720" anchor="ctr">
                    <a:solidFill>
                      <a:srgbClr val="111C21"/>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34.863 ± 0.010</a:t>
                      </a:r>
                    </a:p>
                  </a:txBody>
                  <a:tcPr marL="91440" marR="91440" marT="45720" marB="45720" anchor="ctr">
                    <a:solidFill>
                      <a:srgbClr val="0B1113"/>
                    </a:solidFill>
                  </a:tcPr>
                </a:tc>
              </a:tr>
            </a:tbl>
          </a:graphicData>
        </a:graphic>
      </p:graphicFrame>
      <p:sp>
        <p:nvSpPr>
          <p:cNvPr id="192" name="AOT interpretation">
            <a:extLst xmlns:a="http://schemas.openxmlformats.org/drawingml/2006/main">
              <a:ext uri="{FF2B5EF4-FFF2-40B4-BE49-F238E27FC236}">
                <a16:creationId xmlns:a16="http://schemas.microsoft.com/office/drawing/2014/main" id="{7F17546D-986D-4087-B94A-7103900F0F35}"/>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With the same ABI and buffers, Mech’s dylibs are smaller in this test. Rust’s specialized scalar loop is faster than scalar Mech. Mech SIMD-4 packs four filters per vector and reaches higher throughput.</a:t>
            </a:r>
          </a:p>
        </p:txBody>
      </p:sp>
      <p:sp>
        <p:nvSpPr>
          <p:cNvPr id="193" name="AOT scope">
            <a:extLst xmlns:a="http://schemas.openxmlformats.org/drawingml/2006/main">
              <a:ext uri="{FF2B5EF4-FFF2-40B4-BE49-F238E27FC236}">
                <a16:creationId xmlns:a16="http://schemas.microsoft.com/office/drawing/2014/main" id="{E254A7C1-9877-4DCF-8875-9A995F12041C}"/>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Peak process RSS median: 2,818,048 B for all three. Compile/load/warmup excluded.</a:t>
            </a:r>
          </a:p>
        </p:txBody>
      </p:sp>
      <p:sp>
        <p:nvSpPr>
          <p:cNvPr id="194" name="Reactive">
            <a:extLst xmlns:a="http://schemas.openxmlformats.org/drawingml/2006/main">
              <a:ext uri="{FF2B5EF4-FFF2-40B4-BE49-F238E27FC236}">
                <a16:creationId xmlns:a16="http://schemas.microsoft.com/office/drawing/2014/main" id="{1D8B7DCE-C45F-4E09-932A-A4BE3B7EC015}"/>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5" name="Reactive thesis">
            <a:extLst xmlns:a="http://schemas.openxmlformats.org/drawingml/2006/main">
              <a:ext uri="{FF2B5EF4-FFF2-40B4-BE49-F238E27FC236}">
                <a16:creationId xmlns:a16="http://schemas.microsoft.com/office/drawing/2014/main" id="{9F4F7420-C411-4279-B20E-0AAD3E4B7F00}"/>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6" name="Build phase">
            <a:extLst xmlns:a="http://schemas.openxmlformats.org/drawingml/2006/main">
              <a:ext uri="{FF2B5EF4-FFF2-40B4-BE49-F238E27FC236}">
                <a16:creationId xmlns:a16="http://schemas.microsoft.com/office/drawing/2014/main" id="{A47DFECC-993E-48DF-B530-7910711803B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7" name="Artifact serialization group">
            <a:extLst xmlns:a="http://schemas.openxmlformats.org/drawingml/2006/main">
              <a:ext uri="{FF2B5EF4-FFF2-40B4-BE49-F238E27FC236}">
                <a16:creationId xmlns:a16="http://schemas.microsoft.com/office/drawing/2014/main" id="{67781688-92C0-4D73-B5CA-7479F7F45B04}"/>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8" name="Serialized program input">
            <a:extLst xmlns:a="http://schemas.openxmlformats.org/drawingml/2006/main">
              <a:ext uri="{FF2B5EF4-FFF2-40B4-BE49-F238E27FC236}">
                <a16:creationId xmlns:a16="http://schemas.microsoft.com/office/drawing/2014/main" id="{E2E2895F-6F10-49A6-8595-204F0BEEEC7C}"/>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9" name="Runtime configuration">
            <a:extLst xmlns:a="http://schemas.openxmlformats.org/drawingml/2006/main">
              <a:ext uri="{FF2B5EF4-FFF2-40B4-BE49-F238E27FC236}">
                <a16:creationId xmlns:a16="http://schemas.microsoft.com/office/drawing/2014/main" id="{6E3AC5B9-DFBA-4A0A-A9E5-61187F22D2BE}"/>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200" name="Configuration explanation">
            <a:extLst xmlns:a="http://schemas.openxmlformats.org/drawingml/2006/main">
              <a:ext uri="{FF2B5EF4-FFF2-40B4-BE49-F238E27FC236}">
                <a16:creationId xmlns:a16="http://schemas.microsoft.com/office/drawing/2014/main" id="{3080B0EE-59EE-487D-9D25-CD4BB4C1FAE2}"/>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201" name="Reactive source">
            <a:extLst xmlns:a="http://schemas.openxmlformats.org/drawingml/2006/main">
              <a:ext uri="{FF2B5EF4-FFF2-40B4-BE49-F238E27FC236}">
                <a16:creationId xmlns:a16="http://schemas.microsoft.com/office/drawing/2014/main" id="{0C8BD1D4-6089-477A-91B9-2875A6A55EE1}"/>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202" name="Reactive compile">
            <a:extLst xmlns:a="http://schemas.openxmlformats.org/drawingml/2006/main">
              <a:ext uri="{FF2B5EF4-FFF2-40B4-BE49-F238E27FC236}">
                <a16:creationId xmlns:a16="http://schemas.microsoft.com/office/drawing/2014/main" id="{9AF2D04D-EC9B-47A7-9C11-08DEA0FAE86F}"/>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203" name="Program artifact">
            <a:extLst xmlns:a="http://schemas.openxmlformats.org/drawingml/2006/main">
              <a:ext uri="{FF2B5EF4-FFF2-40B4-BE49-F238E27FC236}">
                <a16:creationId xmlns:a16="http://schemas.microsoft.com/office/drawing/2014/main" id="{254B2064-B326-4908-87F4-ABEC4E0D4B2F}"/>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204" name="Reactive activation">
            <a:extLst xmlns:a="http://schemas.openxmlformats.org/drawingml/2006/main">
              <a:ext uri="{FF2B5EF4-FFF2-40B4-BE49-F238E27FC236}">
                <a16:creationId xmlns:a16="http://schemas.microsoft.com/office/drawing/2014/main" id="{F6956955-7591-433D-8943-FC8D14313F06}"/>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5" name="Reactive resident instance">
            <a:extLst xmlns:a="http://schemas.openxmlformats.org/drawingml/2006/main">
              <a:ext uri="{FF2B5EF4-FFF2-40B4-BE49-F238E27FC236}">
                <a16:creationId xmlns:a16="http://schemas.microsoft.com/office/drawing/2014/main" id="{3DA2371C-5FB6-4E0C-95A7-E157FB5F9569}"/>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426" name=""/>
          <p:cNvCxnSpPr>
            <a:stCxn xmlns:a="http://schemas.openxmlformats.org/drawingml/2006/main" id="201" idx="3"/>
            <a:endCxn xmlns:a="http://schemas.openxmlformats.org/drawingml/2006/main" id="202"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7" name=""/>
          <p:cNvCxnSpPr>
            <a:stCxn xmlns:a="http://schemas.openxmlformats.org/drawingml/2006/main" id="202" idx="3"/>
            <a:endCxn xmlns:a="http://schemas.openxmlformats.org/drawingml/2006/main" id="203"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8" name=""/>
          <p:cNvCxnSpPr>
            <a:stCxn xmlns:a="http://schemas.openxmlformats.org/drawingml/2006/main" id="203" idx="3"/>
            <a:endCxn xmlns:a="http://schemas.openxmlformats.org/drawingml/2006/main" id="204"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29" name=""/>
          <p:cNvCxnSpPr>
            <a:stCxn xmlns:a="http://schemas.openxmlformats.org/drawingml/2006/main" id="204" idx="3"/>
            <a:endCxn xmlns:a="http://schemas.openxmlformats.org/drawingml/2006/main" id="205"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30" name=""/>
          <p:cNvCxnSpPr>
            <a:stCxn xmlns:a="http://schemas.openxmlformats.org/drawingml/2006/main" id="198" idx="2"/>
            <a:endCxn xmlns:a="http://schemas.openxmlformats.org/drawingml/2006/main" id="203"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431" name=""/>
          <p:cNvCxnSpPr>
            <a:stCxn xmlns:a="http://schemas.openxmlformats.org/drawingml/2006/main" id="199" idx="2"/>
            <a:endCxn xmlns:a="http://schemas.openxmlformats.org/drawingml/2006/main" id="204"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12" name="Artifact decoding">
            <a:extLst xmlns:a="http://schemas.openxmlformats.org/drawingml/2006/main">
              <a:ext uri="{FF2B5EF4-FFF2-40B4-BE49-F238E27FC236}">
                <a16:creationId xmlns:a16="http://schemas.microsoft.com/office/drawing/2014/main" id="{C7EEEB31-7557-49D9-AC4F-00C860DD8AE1}"/>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3" name="AOT preparation">
            <a:extLst xmlns:a="http://schemas.openxmlformats.org/drawingml/2006/main">
              <a:ext uri="{FF2B5EF4-FFF2-40B4-BE49-F238E27FC236}">
                <a16:creationId xmlns:a16="http://schemas.microsoft.com/office/drawing/2014/main" id="{432DA9F4-6956-431E-8782-B8234C25302E}"/>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14" name="AOT dylib">
            <a:extLst xmlns:a="http://schemas.openxmlformats.org/drawingml/2006/main">
              <a:ext uri="{FF2B5EF4-FFF2-40B4-BE49-F238E27FC236}">
                <a16:creationId xmlns:a16="http://schemas.microsoft.com/office/drawing/2014/main" id="{0A68195C-F5CE-4EB4-BB01-7DFED3CFC1A3}"/>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435" name=""/>
          <p:cNvCxnSpPr>
            <a:stCxn xmlns:a="http://schemas.openxmlformats.org/drawingml/2006/main" id="203" idx="2"/>
            <a:endCxn xmlns:a="http://schemas.openxmlformats.org/drawingml/2006/main" id="213"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436" name=""/>
          <p:cNvCxnSpPr>
            <a:stCxn xmlns:a="http://schemas.openxmlformats.org/drawingml/2006/main" id="213" idx="3"/>
            <a:endCxn xmlns:a="http://schemas.openxmlformats.org/drawingml/2006/main" id="214"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7" name="Execution phase">
            <a:extLst xmlns:a="http://schemas.openxmlformats.org/drawingml/2006/main">
              <a:ext uri="{FF2B5EF4-FFF2-40B4-BE49-F238E27FC236}">
                <a16:creationId xmlns:a16="http://schemas.microsoft.com/office/drawing/2014/main" id="{EC513D65-745A-4707-BF1D-30C51B770B89}"/>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8" name="Turn inputs">
            <a:extLst xmlns:a="http://schemas.openxmlformats.org/drawingml/2006/main">
              <a:ext uri="{FF2B5EF4-FFF2-40B4-BE49-F238E27FC236}">
                <a16:creationId xmlns:a16="http://schemas.microsoft.com/office/drawing/2014/main" id="{68A5A583-EDA2-4BDE-A413-B1F0D8E37633}"/>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9" name="Host driver explanation">
            <a:extLst xmlns:a="http://schemas.openxmlformats.org/drawingml/2006/main">
              <a:ext uri="{FF2B5EF4-FFF2-40B4-BE49-F238E27FC236}">
                <a16:creationId xmlns:a16="http://schemas.microsoft.com/office/drawing/2014/main" id="{83A23226-2003-4F4F-ABF7-D76AC46B9FE2}"/>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20" name="Resident computation">
            <a:extLst xmlns:a="http://schemas.openxmlformats.org/drawingml/2006/main">
              <a:ext uri="{FF2B5EF4-FFF2-40B4-BE49-F238E27FC236}">
                <a16:creationId xmlns:a16="http://schemas.microsoft.com/office/drawing/2014/main" id="{B2D8E492-F685-4E9A-9EF6-FC1487CB5DA9}"/>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21" name="Resident computation title">
            <a:extLst xmlns:a="http://schemas.openxmlformats.org/drawingml/2006/main">
              <a:ext uri="{FF2B5EF4-FFF2-40B4-BE49-F238E27FC236}">
                <a16:creationId xmlns:a16="http://schemas.microsoft.com/office/drawing/2014/main" id="{77FDAF6C-F0D3-4009-A28E-17D05B03E3CB}"/>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22" name="EKF time update">
            <a:extLst xmlns:a="http://schemas.openxmlformats.org/drawingml/2006/main">
              <a:ext uri="{FF2B5EF4-FFF2-40B4-BE49-F238E27FC236}">
                <a16:creationId xmlns:a16="http://schemas.microsoft.com/office/drawing/2014/main" id="{788B0BDC-9D6B-416E-AF3D-EB86F4F4A03D}"/>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23" name="EKF measurement update">
            <a:extLst xmlns:a="http://schemas.openxmlformats.org/drawingml/2006/main">
              <a:ext uri="{FF2B5EF4-FFF2-40B4-BE49-F238E27FC236}">
                <a16:creationId xmlns:a16="http://schemas.microsoft.com/office/drawing/2014/main" id="{D38C35CC-2B55-47BF-926F-89F52F0D0398}"/>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24" name="Mean visual mapping">
            <a:extLst xmlns:a="http://schemas.openxmlformats.org/drawingml/2006/main">
              <a:ext uri="{FF2B5EF4-FFF2-40B4-BE49-F238E27FC236}">
                <a16:creationId xmlns:a16="http://schemas.microsoft.com/office/drawing/2014/main" id="{D9586E95-1636-499D-9178-576BFB6836A6}"/>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25" name="Covariance visual mapping">
            <a:extLst xmlns:a="http://schemas.openxmlformats.org/drawingml/2006/main">
              <a:ext uri="{FF2B5EF4-FFF2-40B4-BE49-F238E27FC236}">
                <a16:creationId xmlns:a16="http://schemas.microsoft.com/office/drawing/2014/main" id="{354FAD06-7366-47D9-991A-74D4C1BE9574}"/>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446" name=""/>
          <p:cNvCxnSpPr>
            <a:stCxn xmlns:a="http://schemas.openxmlformats.org/drawingml/2006/main" id="222" idx="2"/>
            <a:endCxn xmlns:a="http://schemas.openxmlformats.org/drawingml/2006/main" id="223"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447" name=""/>
          <p:cNvCxnSpPr>
            <a:stCxn xmlns:a="http://schemas.openxmlformats.org/drawingml/2006/main" id="223" idx="2"/>
            <a:endCxn xmlns:a="http://schemas.openxmlformats.org/drawingml/2006/main" id="224"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448" name=""/>
          <p:cNvCxnSpPr>
            <a:stCxn xmlns:a="http://schemas.openxmlformats.org/drawingml/2006/main" id="223" idx="2"/>
            <a:endCxn xmlns:a="http://schemas.openxmlformats.org/drawingml/2006/main" id="225"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9" name="Guards">
            <a:extLst xmlns:a="http://schemas.openxmlformats.org/drawingml/2006/main">
              <a:ext uri="{FF2B5EF4-FFF2-40B4-BE49-F238E27FC236}">
                <a16:creationId xmlns:a16="http://schemas.microsoft.com/office/drawing/2014/main" id="{E07C69C6-D586-463A-B31F-3B3DAA609851}"/>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30" name="Publish">
            <a:extLst xmlns:a="http://schemas.openxmlformats.org/drawingml/2006/main">
              <a:ext uri="{FF2B5EF4-FFF2-40B4-BE49-F238E27FC236}">
                <a16:creationId xmlns:a16="http://schemas.microsoft.com/office/drawing/2014/main" id="{945A0F7D-46CD-41E8-AB32-177ACA10B64F}"/>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451" name=""/>
          <p:cNvCxnSpPr>
            <a:stCxn xmlns:a="http://schemas.openxmlformats.org/drawingml/2006/main" id="218" idx="3"/>
            <a:endCxn xmlns:a="http://schemas.openxmlformats.org/drawingml/2006/main" id="220"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52" name=""/>
          <p:cNvCxnSpPr>
            <a:stCxn xmlns:a="http://schemas.openxmlformats.org/drawingml/2006/main" id="220" idx="3"/>
            <a:endCxn xmlns:a="http://schemas.openxmlformats.org/drawingml/2006/main" id="229"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53" name=""/>
          <p:cNvCxnSpPr>
            <a:stCxn xmlns:a="http://schemas.openxmlformats.org/drawingml/2006/main" id="229" idx="3"/>
            <a:endCxn xmlns:a="http://schemas.openxmlformats.org/drawingml/2006/main" id="230"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4" name="Accept label">
            <a:extLst xmlns:a="http://schemas.openxmlformats.org/drawingml/2006/main">
              <a:ext uri="{FF2B5EF4-FFF2-40B4-BE49-F238E27FC236}">
                <a16:creationId xmlns:a16="http://schemas.microsoft.com/office/drawing/2014/main" id="{0843AE3B-C022-4514-BF86-DF3BEBBDA9D8}"/>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5" name="Reject turn">
            <a:extLst xmlns:a="http://schemas.openxmlformats.org/drawingml/2006/main">
              <a:ext uri="{FF2B5EF4-FFF2-40B4-BE49-F238E27FC236}">
                <a16:creationId xmlns:a16="http://schemas.microsoft.com/office/drawing/2014/main" id="{4A710175-B0EF-4EFB-88A6-2F1F2FC800CD}"/>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456" name=""/>
          <p:cNvCxnSpPr>
            <a:stCxn xmlns:a="http://schemas.openxmlformats.org/drawingml/2006/main" id="229" idx="2"/>
            <a:endCxn xmlns:a="http://schemas.openxmlformats.org/drawingml/2006/main" id="235"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7" name="Reject label">
            <a:extLst xmlns:a="http://schemas.openxmlformats.org/drawingml/2006/main">
              <a:ext uri="{FF2B5EF4-FFF2-40B4-BE49-F238E27FC236}">
                <a16:creationId xmlns:a16="http://schemas.microsoft.com/office/drawing/2014/main" id="{D1C348AE-5A05-4F76-A0A7-2F155E9B4411}"/>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8" name="Estimate output">
            <a:extLst xmlns:a="http://schemas.openxmlformats.org/drawingml/2006/main">
              <a:ext uri="{FF2B5EF4-FFF2-40B4-BE49-F238E27FC236}">
                <a16:creationId xmlns:a16="http://schemas.microsoft.com/office/drawing/2014/main" id="{9A012270-9BBE-49C2-8155-102CBF5DFAD7}"/>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9" name="Scene output">
            <a:extLst xmlns:a="http://schemas.openxmlformats.org/drawingml/2006/main">
              <a:ext uri="{FF2B5EF4-FFF2-40B4-BE49-F238E27FC236}">
                <a16:creationId xmlns:a16="http://schemas.microsoft.com/office/drawing/2014/main" id="{6A8D9556-6698-4100-9B7C-D951286B1760}"/>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460" name=""/>
          <p:cNvCxnSpPr>
            <a:stCxn xmlns:a="http://schemas.openxmlformats.org/drawingml/2006/main" id="230" idx="3"/>
            <a:endCxn xmlns:a="http://schemas.openxmlformats.org/drawingml/2006/main" id="238"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461" name=""/>
          <p:cNvCxnSpPr>
            <a:stCxn xmlns:a="http://schemas.openxmlformats.org/drawingml/2006/main" id="230" idx="3"/>
            <a:endCxn xmlns:a="http://schemas.openxmlformats.org/drawingml/2006/main" id="239"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42" name="Reactive cost evidence">
            <a:extLst xmlns:a="http://schemas.openxmlformats.org/drawingml/2006/main">
              <a:ext uri="{FF2B5EF4-FFF2-40B4-BE49-F238E27FC236}">
                <a16:creationId xmlns:a16="http://schemas.microsoft.com/office/drawing/2014/main" id="{B341A7C2-BEC0-4C0B-B7F4-3E1CE7E876DE}"/>
              </a:ext>
            </a:extLst>
          </p:cNvPr>
          <p:cNvSpPr>
            <a:spLocks xmlns:a="http://schemas.openxmlformats.org/drawingml/2006/main" noGrp="1"/>
          </p:cNvSpPr>
          <p:nvPr/>
        </p:nvSpPr>
        <p:spPr>
          <a:xfrm xmlns:a="http://schemas.openxmlformats.org/drawingml/2006/main">
            <a:off x="952500" y="27765375"/>
            <a:ext cx="20716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A4BAC8"/>
                </a:solidFill>
                <a:latin typeface="Segoe UI"/>
                <a:ea typeface="Segoe UI"/>
                <a:cs typeface="Segoe UI"/>
              </a:defRPr>
            </a:pPr>
            <a:r>
              <a:rPr sz="2400" b="0">
                <a:solidFill>
                  <a:srgbClr val="A4BAC8"/>
                </a:solidFill>
                <a:latin typeface="Segoe UI"/>
                <a:ea typeface="Segoe UI"/>
                <a:cs typeface="Segoe UI"/>
              </a:rPr>
              <a:t>Resident EKF: 315 ns per recorded turn, with zero steady-state allocations (M3, f64). The paired bars below measure source-predicate validation costs. Every Mech backend retains per-turn publication.</a:t>
            </a:r>
          </a:p>
        </p:txBody>
      </p:sp>
      <p:sp>
        <p:nvSpPr>
          <p:cNvPr id="243" name="Heterogeneous">
            <a:extLst xmlns:a="http://schemas.openxmlformats.org/drawingml/2006/main">
              <a:ext uri="{FF2B5EF4-FFF2-40B4-BE49-F238E27FC236}">
                <a16:creationId xmlns:a16="http://schemas.microsoft.com/office/drawing/2014/main" id="{6A6A196E-BF9A-47CE-A24D-07E66C0469AD}"/>
              </a:ext>
            </a:extLst>
          </p:cNvPr>
          <p:cNvSpPr>
            <a:spLocks xmlns:a="http://schemas.openxmlformats.org/drawingml/2006/main" noGrp="1"/>
          </p:cNvSpPr>
          <p:nvPr/>
        </p:nvSpPr>
        <p:spPr>
          <a:xfrm xmlns:a="http://schemas.openxmlformats.org/drawingml/2006/main">
            <a:off x="762000" y="29051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44" name="Heterogeneous narrative">
            <a:extLst xmlns:a="http://schemas.openxmlformats.org/drawingml/2006/main">
              <a:ext uri="{FF2B5EF4-FFF2-40B4-BE49-F238E27FC236}">
                <a16:creationId xmlns:a16="http://schemas.microsoft.com/office/drawing/2014/main" id="{206C0B9B-C3C0-4536-B21E-7880A4056FAA}"/>
              </a:ext>
            </a:extLst>
          </p:cNvPr>
          <p:cNvSpPr>
            <a:spLocks xmlns:a="http://schemas.openxmlformats.org/drawingml/2006/main" noGrp="1"/>
          </p:cNvSpPr>
          <p:nvPr/>
        </p:nvSpPr>
        <p:spPr>
          <a:xfrm xmlns:a="http://schemas.openxmlformats.org/drawingml/2006/main">
            <a:off x="7239000" y="29098875"/>
            <a:ext cx="1443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The EKF can run with several Mech backends. These measurements show how backend selection affects throughput and how optimized Mech compares with Rust and other implementations.</a:t>
            </a:r>
          </a:p>
        </p:txBody>
      </p:sp>
      <p:sp>
        <p:nvSpPr>
          <p:cNvPr id="245" name="Cross CPU title">
            <a:extLst xmlns:a="http://schemas.openxmlformats.org/drawingml/2006/main">
              <a:ext uri="{FF2B5EF4-FFF2-40B4-BE49-F238E27FC236}">
                <a16:creationId xmlns:a16="http://schemas.microsoft.com/office/drawing/2014/main" id="{4F72191C-850B-4E5C-9ECC-69784945B014}"/>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CPU SIMD implementations</a:t>
            </a:r>
          </a:p>
        </p:txBody>
      </p:sp>
      <p:sp>
        <p:nvSpPr>
          <p:cNvPr id="246" name="Backend chart title">
            <a:extLst xmlns:a="http://schemas.openxmlformats.org/drawingml/2006/main">
              <a:ext uri="{FF2B5EF4-FFF2-40B4-BE49-F238E27FC236}">
                <a16:creationId xmlns:a16="http://schemas.microsoft.com/office/drawing/2014/main" id="{FD94DD07-DE47-42E8-A2FB-DBF2A112E491}"/>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backends</a:t>
            </a:r>
          </a:p>
        </p:txBody>
      </p:sp>
      <p:sp>
        <p:nvSpPr>
          <p:cNvPr id="247" name="CPU chart unit">
            <a:extLst xmlns:a="http://schemas.openxmlformats.org/drawingml/2006/main">
              <a:ext uri="{FF2B5EF4-FFF2-40B4-BE49-F238E27FC236}">
                <a16:creationId xmlns:a16="http://schemas.microsoft.com/office/drawing/2014/main" id="{4C027068-38D6-47E1-9ED3-608A0284D55F}"/>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a:t>
            </a:r>
          </a:p>
        </p:txBody>
      </p:sp>
      <p:sp>
        <p:nvSpPr>
          <p:cNvPr id="248" name="Backend chart unit">
            <a:extLst xmlns:a="http://schemas.openxmlformats.org/drawingml/2006/main">
              <a:ext uri="{FF2B5EF4-FFF2-40B4-BE49-F238E27FC236}">
                <a16:creationId xmlns:a16="http://schemas.microsoft.com/office/drawing/2014/main" id="{8B0C7D5F-FA88-4F52-829C-1C1410624EF7}"/>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 log axis</a:t>
            </a:r>
          </a:p>
        </p:txBody>
      </p:sp>
      <p:graphicFrame>
        <p:nvGraphicFramePr>
          <p:cNvPr id="469" name="Chart"/>
          <p:cNvGraphicFramePr/>
          <p:nvPr/>
        </p:nvGraphicFramePr>
        <p:xfrm>
          <a:off xmlns:a="http://schemas.openxmlformats.org/drawingml/2006/main" x="80962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12d4d54f9ebc4057"/>
          </a:graphicData>
        </a:graphic>
      </p:graphicFrame>
      <p:sp>
        <p:nvSpPr>
          <p:cNvPr id="250" name="Checked legend">
            <a:extLst xmlns:a="http://schemas.openxmlformats.org/drawingml/2006/main">
              <a:ext uri="{FF2B5EF4-FFF2-40B4-BE49-F238E27FC236}">
                <a16:creationId xmlns:a16="http://schemas.microsoft.com/office/drawing/2014/main" id="{F0B77999-B306-49ED-A620-6732B8173972}"/>
              </a:ext>
            </a:extLst>
          </p:cNvPr>
          <p:cNvSpPr>
            <a:spLocks xmlns:a="http://schemas.openxmlformats.org/drawingml/2006/main" noGrp="1"/>
          </p:cNvSpPr>
          <p:nvPr/>
        </p:nvSpPr>
        <p:spPr>
          <a:xfrm xmlns:a="http://schemas.openxmlformats.org/drawingml/2006/main">
            <a:off x="1009650" y="36957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51" name="Checked legend label">
            <a:extLst xmlns:a="http://schemas.openxmlformats.org/drawingml/2006/main">
              <a:ext uri="{FF2B5EF4-FFF2-40B4-BE49-F238E27FC236}">
                <a16:creationId xmlns:a16="http://schemas.microsoft.com/office/drawing/2014/main" id="{2B5F18BF-F461-4D50-BB48-37CA86EAA517}"/>
              </a:ext>
            </a:extLst>
          </p:cNvPr>
          <p:cNvSpPr>
            <a:spLocks xmlns:a="http://schemas.openxmlformats.org/drawingml/2006/main" noGrp="1"/>
          </p:cNvSpPr>
          <p:nvPr/>
        </p:nvSpPr>
        <p:spPr>
          <a:xfrm xmlns:a="http://schemas.openxmlformats.org/drawingml/2006/main">
            <a:off x="1600200" y="36852225"/>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a:t>
            </a:r>
          </a:p>
        </p:txBody>
      </p:sp>
      <p:sp>
        <p:nvSpPr>
          <p:cNvPr id="252" name="Unchecked legend">
            <a:extLst xmlns:a="http://schemas.openxmlformats.org/drawingml/2006/main">
              <a:ext uri="{FF2B5EF4-FFF2-40B4-BE49-F238E27FC236}">
                <a16:creationId xmlns:a16="http://schemas.microsoft.com/office/drawing/2014/main" id="{09389F7D-864A-4B2F-B9AD-D78D101FEFAF}"/>
              </a:ext>
            </a:extLst>
          </p:cNvPr>
          <p:cNvSpPr>
            <a:spLocks xmlns:a="http://schemas.openxmlformats.org/drawingml/2006/main" noGrp="1"/>
          </p:cNvSpPr>
          <p:nvPr/>
        </p:nvSpPr>
        <p:spPr>
          <a:xfrm xmlns:a="http://schemas.openxmlformats.org/drawingml/2006/main">
            <a:off x="3962400" y="36957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53" name="Unchecked legend label">
            <a:extLst xmlns:a="http://schemas.openxmlformats.org/drawingml/2006/main">
              <a:ext uri="{FF2B5EF4-FFF2-40B4-BE49-F238E27FC236}">
                <a16:creationId xmlns:a16="http://schemas.microsoft.com/office/drawing/2014/main" id="{40ACF181-16FC-4116-A6C3-F35C8F0B4C28}"/>
              </a:ext>
            </a:extLst>
          </p:cNvPr>
          <p:cNvSpPr>
            <a:spLocks xmlns:a="http://schemas.openxmlformats.org/drawingml/2006/main" noGrp="1"/>
          </p:cNvSpPr>
          <p:nvPr/>
        </p:nvSpPr>
        <p:spPr>
          <a:xfrm xmlns:a="http://schemas.openxmlformats.org/drawingml/2006/main">
            <a:off x="4552950" y="368522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a:t>
            </a:r>
          </a:p>
        </p:txBody>
      </p:sp>
      <p:graphicFrame>
        <p:nvGraphicFramePr>
          <p:cNvPr id="474" name="Chart"/>
          <p:cNvGraphicFramePr/>
          <p:nvPr/>
        </p:nvGraphicFramePr>
        <p:xfrm>
          <a:off xmlns:a="http://schemas.openxmlformats.org/drawingml/2006/main" x="1157287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39d6fea75d5f434c"/>
          </a:graphicData>
        </a:graphic>
      </p:graphicFrame>
      <p:sp>
        <p:nvSpPr>
          <p:cNvPr id="255" name="CPU checked measurement 0">
            <a:extLst xmlns:a="http://schemas.openxmlformats.org/drawingml/2006/main">
              <a:ext uri="{FF2B5EF4-FFF2-40B4-BE49-F238E27FC236}">
                <a16:creationId xmlns:a16="http://schemas.microsoft.com/office/drawing/2014/main" id="{D11B9106-0428-4034-84C1-DDA6C85B41C5}"/>
              </a:ext>
            </a:extLst>
          </p:cNvPr>
          <p:cNvSpPr>
            <a:spLocks xmlns:a="http://schemas.openxmlformats.org/drawingml/2006/main" noGrp="1"/>
          </p:cNvSpPr>
          <p:nvPr/>
        </p:nvSpPr>
        <p:spPr>
          <a:xfrm xmlns:a="http://schemas.openxmlformats.org/drawingml/2006/main">
            <a:off x="8533448" y="359493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79.4 ± 0.6</a:t>
            </a:r>
          </a:p>
        </p:txBody>
      </p:sp>
      <p:sp>
        <p:nvSpPr>
          <p:cNvPr id="256" name="CPU unchecked measurement 0">
            <a:extLst xmlns:a="http://schemas.openxmlformats.org/drawingml/2006/main">
              <a:ext uri="{FF2B5EF4-FFF2-40B4-BE49-F238E27FC236}">
                <a16:creationId xmlns:a16="http://schemas.microsoft.com/office/drawing/2014/main" id="{FD705240-05A9-42EB-9897-79A11E625369}"/>
              </a:ext>
            </a:extLst>
          </p:cNvPr>
          <p:cNvSpPr>
            <a:spLocks xmlns:a="http://schemas.openxmlformats.org/drawingml/2006/main" noGrp="1"/>
          </p:cNvSpPr>
          <p:nvPr/>
        </p:nvSpPr>
        <p:spPr>
          <a:xfrm xmlns:a="http://schemas.openxmlformats.org/drawingml/2006/main">
            <a:off x="8533448" y="3564456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81.6 ± 0.3</a:t>
            </a:r>
          </a:p>
        </p:txBody>
      </p:sp>
      <p:sp>
        <p:nvSpPr>
          <p:cNvPr id="257" name="CPU checked measurement 1">
            <a:extLst xmlns:a="http://schemas.openxmlformats.org/drawingml/2006/main">
              <a:ext uri="{FF2B5EF4-FFF2-40B4-BE49-F238E27FC236}">
                <a16:creationId xmlns:a16="http://schemas.microsoft.com/office/drawing/2014/main" id="{633EA57E-907C-40BA-B305-897E25D13286}"/>
              </a:ext>
            </a:extLst>
          </p:cNvPr>
          <p:cNvSpPr>
            <a:spLocks xmlns:a="http://schemas.openxmlformats.org/drawingml/2006/main" noGrp="1"/>
          </p:cNvSpPr>
          <p:nvPr/>
        </p:nvSpPr>
        <p:spPr>
          <a:xfrm xmlns:a="http://schemas.openxmlformats.org/drawingml/2006/main">
            <a:off x="8533448" y="351722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97.9 ± 1.2</a:t>
            </a:r>
          </a:p>
        </p:txBody>
      </p:sp>
      <p:sp>
        <p:nvSpPr>
          <p:cNvPr id="258" name="CPU unchecked measurement 1">
            <a:extLst xmlns:a="http://schemas.openxmlformats.org/drawingml/2006/main">
              <a:ext uri="{FF2B5EF4-FFF2-40B4-BE49-F238E27FC236}">
                <a16:creationId xmlns:a16="http://schemas.microsoft.com/office/drawing/2014/main" id="{D7559CA2-90D5-446D-9F3E-FAF66CE1A715}"/>
              </a:ext>
            </a:extLst>
          </p:cNvPr>
          <p:cNvSpPr>
            <a:spLocks xmlns:a="http://schemas.openxmlformats.org/drawingml/2006/main" noGrp="1"/>
          </p:cNvSpPr>
          <p:nvPr/>
        </p:nvSpPr>
        <p:spPr>
          <a:xfrm xmlns:a="http://schemas.openxmlformats.org/drawingml/2006/main">
            <a:off x="8533448" y="348674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1.4</a:t>
            </a:r>
          </a:p>
        </p:txBody>
      </p:sp>
      <p:sp>
        <p:nvSpPr>
          <p:cNvPr id="259" name="CPU checked measurement 2">
            <a:extLst xmlns:a="http://schemas.openxmlformats.org/drawingml/2006/main">
              <a:ext uri="{FF2B5EF4-FFF2-40B4-BE49-F238E27FC236}">
                <a16:creationId xmlns:a16="http://schemas.microsoft.com/office/drawing/2014/main" id="{B0CE28B2-6EAC-4ABC-B4A1-DE0AE6E3784C}"/>
              </a:ext>
            </a:extLst>
          </p:cNvPr>
          <p:cNvSpPr>
            <a:spLocks xmlns:a="http://schemas.openxmlformats.org/drawingml/2006/main" noGrp="1"/>
          </p:cNvSpPr>
          <p:nvPr/>
        </p:nvSpPr>
        <p:spPr>
          <a:xfrm xmlns:a="http://schemas.openxmlformats.org/drawingml/2006/main">
            <a:off x="8533448" y="343951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129.0 ± 2.8</a:t>
            </a:r>
          </a:p>
        </p:txBody>
      </p:sp>
      <p:sp>
        <p:nvSpPr>
          <p:cNvPr id="260" name="CPU unchecked measurement 2">
            <a:extLst xmlns:a="http://schemas.openxmlformats.org/drawingml/2006/main">
              <a:ext uri="{FF2B5EF4-FFF2-40B4-BE49-F238E27FC236}">
                <a16:creationId xmlns:a16="http://schemas.microsoft.com/office/drawing/2014/main" id="{F4E2E1AB-1BD0-406A-B362-78CA4D7DBE67}"/>
              </a:ext>
            </a:extLst>
          </p:cNvPr>
          <p:cNvSpPr>
            <a:spLocks xmlns:a="http://schemas.openxmlformats.org/drawingml/2006/main" noGrp="1"/>
          </p:cNvSpPr>
          <p:nvPr/>
        </p:nvSpPr>
        <p:spPr>
          <a:xfrm xmlns:a="http://schemas.openxmlformats.org/drawingml/2006/main">
            <a:off x="8533448" y="340904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136.4 ± 1.1</a:t>
            </a:r>
          </a:p>
        </p:txBody>
      </p:sp>
      <p:sp>
        <p:nvSpPr>
          <p:cNvPr id="261" name="CPU checked measurement 3">
            <a:extLst xmlns:a="http://schemas.openxmlformats.org/drawingml/2006/main">
              <a:ext uri="{FF2B5EF4-FFF2-40B4-BE49-F238E27FC236}">
                <a16:creationId xmlns:a16="http://schemas.microsoft.com/office/drawing/2014/main" id="{5726AF0D-14AF-4A03-AF21-C636DD365923}"/>
              </a:ext>
            </a:extLst>
          </p:cNvPr>
          <p:cNvSpPr>
            <a:spLocks xmlns:a="http://schemas.openxmlformats.org/drawingml/2006/main" noGrp="1"/>
          </p:cNvSpPr>
          <p:nvPr/>
        </p:nvSpPr>
        <p:spPr>
          <a:xfrm xmlns:a="http://schemas.openxmlformats.org/drawingml/2006/main">
            <a:off x="8533448" y="336180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119.3 ± 0.4</a:t>
            </a:r>
          </a:p>
        </p:txBody>
      </p:sp>
      <p:sp>
        <p:nvSpPr>
          <p:cNvPr id="262" name="CPU unchecked measurement 3">
            <a:extLst xmlns:a="http://schemas.openxmlformats.org/drawingml/2006/main">
              <a:ext uri="{FF2B5EF4-FFF2-40B4-BE49-F238E27FC236}">
                <a16:creationId xmlns:a16="http://schemas.microsoft.com/office/drawing/2014/main" id="{0CBAE1C8-7BFC-4930-AFFF-8DFC8BC9F112}"/>
              </a:ext>
            </a:extLst>
          </p:cNvPr>
          <p:cNvSpPr>
            <a:spLocks xmlns:a="http://schemas.openxmlformats.org/drawingml/2006/main" noGrp="1"/>
          </p:cNvSpPr>
          <p:nvPr/>
        </p:nvSpPr>
        <p:spPr>
          <a:xfrm xmlns:a="http://schemas.openxmlformats.org/drawingml/2006/main">
            <a:off x="8533448" y="333133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128.2 ± 0.2</a:t>
            </a:r>
          </a:p>
        </p:txBody>
      </p:sp>
      <p:sp>
        <p:nvSpPr>
          <p:cNvPr id="263" name="CPU checked measurement 4">
            <a:extLst xmlns:a="http://schemas.openxmlformats.org/drawingml/2006/main">
              <a:ext uri="{FF2B5EF4-FFF2-40B4-BE49-F238E27FC236}">
                <a16:creationId xmlns:a16="http://schemas.microsoft.com/office/drawing/2014/main" id="{4D4128C6-581E-456F-9C90-18D17A819C0C}"/>
              </a:ext>
            </a:extLst>
          </p:cNvPr>
          <p:cNvSpPr>
            <a:spLocks xmlns:a="http://schemas.openxmlformats.org/drawingml/2006/main" noGrp="1"/>
          </p:cNvSpPr>
          <p:nvPr/>
        </p:nvSpPr>
        <p:spPr>
          <a:xfrm xmlns:a="http://schemas.openxmlformats.org/drawingml/2006/main">
            <a:off x="8533448" y="32840978"/>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2.5</a:t>
            </a:r>
          </a:p>
        </p:txBody>
      </p:sp>
      <p:sp>
        <p:nvSpPr>
          <p:cNvPr id="264" name="CPU unchecked measurement 4">
            <a:extLst xmlns:a="http://schemas.openxmlformats.org/drawingml/2006/main">
              <a:ext uri="{FF2B5EF4-FFF2-40B4-BE49-F238E27FC236}">
                <a16:creationId xmlns:a16="http://schemas.microsoft.com/office/drawing/2014/main" id="{F6E9594D-3522-40BF-8F76-0BBA305A18C6}"/>
              </a:ext>
            </a:extLst>
          </p:cNvPr>
          <p:cNvSpPr>
            <a:spLocks xmlns:a="http://schemas.openxmlformats.org/drawingml/2006/main" noGrp="1"/>
          </p:cNvSpPr>
          <p:nvPr/>
        </p:nvSpPr>
        <p:spPr>
          <a:xfrm xmlns:a="http://schemas.openxmlformats.org/drawingml/2006/main">
            <a:off x="8533448" y="325362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170.5 ± 1.7</a:t>
            </a:r>
          </a:p>
        </p:txBody>
      </p:sp>
      <p:sp>
        <p:nvSpPr>
          <p:cNvPr id="265" name="CPU checked measurement 5">
            <a:extLst xmlns:a="http://schemas.openxmlformats.org/drawingml/2006/main">
              <a:ext uri="{FF2B5EF4-FFF2-40B4-BE49-F238E27FC236}">
                <a16:creationId xmlns:a16="http://schemas.microsoft.com/office/drawing/2014/main" id="{0F21CF3E-8A55-4A59-BFA9-83EA54F17977}"/>
              </a:ext>
            </a:extLst>
          </p:cNvPr>
          <p:cNvSpPr>
            <a:spLocks xmlns:a="http://schemas.openxmlformats.org/drawingml/2006/main" noGrp="1"/>
          </p:cNvSpPr>
          <p:nvPr/>
        </p:nvSpPr>
        <p:spPr>
          <a:xfrm xmlns:a="http://schemas.openxmlformats.org/drawingml/2006/main">
            <a:off x="8533448" y="32063897"/>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151.3 ± 2.6</a:t>
            </a:r>
          </a:p>
        </p:txBody>
      </p:sp>
      <p:sp>
        <p:nvSpPr>
          <p:cNvPr id="266" name="CPU unchecked measurement 5">
            <a:extLst xmlns:a="http://schemas.openxmlformats.org/drawingml/2006/main">
              <a:ext uri="{FF2B5EF4-FFF2-40B4-BE49-F238E27FC236}">
                <a16:creationId xmlns:a16="http://schemas.microsoft.com/office/drawing/2014/main" id="{B898D2C4-B2FB-4EE7-A55D-8DC01D93AAB8}"/>
              </a:ext>
            </a:extLst>
          </p:cNvPr>
          <p:cNvSpPr>
            <a:spLocks xmlns:a="http://schemas.openxmlformats.org/drawingml/2006/main" noGrp="1"/>
          </p:cNvSpPr>
          <p:nvPr/>
        </p:nvSpPr>
        <p:spPr>
          <a:xfrm xmlns:a="http://schemas.openxmlformats.org/drawingml/2006/main">
            <a:off x="8533448" y="317591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184.1 ± 8.1</a:t>
            </a:r>
          </a:p>
        </p:txBody>
      </p:sp>
      <p:sp>
        <p:nvSpPr>
          <p:cNvPr id="267" name="Backend checked measurement 0">
            <a:extLst xmlns:a="http://schemas.openxmlformats.org/drawingml/2006/main">
              <a:ext uri="{FF2B5EF4-FFF2-40B4-BE49-F238E27FC236}">
                <a16:creationId xmlns:a16="http://schemas.microsoft.com/office/drawing/2014/main" id="{2BDDEA83-ABF1-4F69-8C0F-FD9385E7EAEF}"/>
              </a:ext>
            </a:extLst>
          </p:cNvPr>
          <p:cNvSpPr>
            <a:spLocks xmlns:a="http://schemas.openxmlformats.org/drawingml/2006/main" noGrp="1"/>
          </p:cNvSpPr>
          <p:nvPr/>
        </p:nvSpPr>
        <p:spPr>
          <a:xfrm xmlns:a="http://schemas.openxmlformats.org/drawingml/2006/main">
            <a:off x="19296698" y="3590206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0.695 ± 0.001</a:t>
            </a:r>
          </a:p>
        </p:txBody>
      </p:sp>
      <p:sp>
        <p:nvSpPr>
          <p:cNvPr id="268" name="Backend unchecked measurement 0">
            <a:extLst xmlns:a="http://schemas.openxmlformats.org/drawingml/2006/main">
              <a:ext uri="{FF2B5EF4-FFF2-40B4-BE49-F238E27FC236}">
                <a16:creationId xmlns:a16="http://schemas.microsoft.com/office/drawing/2014/main" id="{DAD76B33-D85A-4B1A-B0A7-0E6019A1457C}"/>
              </a:ext>
            </a:extLst>
          </p:cNvPr>
          <p:cNvSpPr>
            <a:spLocks xmlns:a="http://schemas.openxmlformats.org/drawingml/2006/main" noGrp="1"/>
          </p:cNvSpPr>
          <p:nvPr/>
        </p:nvSpPr>
        <p:spPr>
          <a:xfrm xmlns:a="http://schemas.openxmlformats.org/drawingml/2006/main">
            <a:off x="19296698" y="355363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0.828 ± 0.001</a:t>
            </a:r>
          </a:p>
        </p:txBody>
      </p:sp>
      <p:sp>
        <p:nvSpPr>
          <p:cNvPr id="269" name="Backend checked measurement 1">
            <a:extLst xmlns:a="http://schemas.openxmlformats.org/drawingml/2006/main">
              <a:ext uri="{FF2B5EF4-FFF2-40B4-BE49-F238E27FC236}">
                <a16:creationId xmlns:a16="http://schemas.microsoft.com/office/drawing/2014/main" id="{6D8CA8B1-DE58-41DB-A925-D8DB34EEBCE4}"/>
              </a:ext>
            </a:extLst>
          </p:cNvPr>
          <p:cNvSpPr>
            <a:spLocks xmlns:a="http://schemas.openxmlformats.org/drawingml/2006/main" noGrp="1"/>
          </p:cNvSpPr>
          <p:nvPr/>
        </p:nvSpPr>
        <p:spPr>
          <a:xfrm xmlns:a="http://schemas.openxmlformats.org/drawingml/2006/main">
            <a:off x="19296698" y="3496957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13.22 ± 0.01</a:t>
            </a:r>
          </a:p>
        </p:txBody>
      </p:sp>
      <p:sp>
        <p:nvSpPr>
          <p:cNvPr id="270" name="Backend unchecked measurement 1">
            <a:extLst xmlns:a="http://schemas.openxmlformats.org/drawingml/2006/main">
              <a:ext uri="{FF2B5EF4-FFF2-40B4-BE49-F238E27FC236}">
                <a16:creationId xmlns:a16="http://schemas.microsoft.com/office/drawing/2014/main" id="{7822B542-6221-4089-BD9A-06FBE6715DA5}"/>
              </a:ext>
            </a:extLst>
          </p:cNvPr>
          <p:cNvSpPr>
            <a:spLocks xmlns:a="http://schemas.openxmlformats.org/drawingml/2006/main" noGrp="1"/>
          </p:cNvSpPr>
          <p:nvPr/>
        </p:nvSpPr>
        <p:spPr>
          <a:xfrm xmlns:a="http://schemas.openxmlformats.org/drawingml/2006/main">
            <a:off x="19296698" y="3460388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15.95 ± 0.03</a:t>
            </a:r>
          </a:p>
        </p:txBody>
      </p:sp>
      <p:sp>
        <p:nvSpPr>
          <p:cNvPr id="271" name="Backend checked measurement 2">
            <a:extLst xmlns:a="http://schemas.openxmlformats.org/drawingml/2006/main">
              <a:ext uri="{FF2B5EF4-FFF2-40B4-BE49-F238E27FC236}">
                <a16:creationId xmlns:a16="http://schemas.microsoft.com/office/drawing/2014/main" id="{B6BAD7E0-0D3F-41C9-9824-ACF1FD24FFC2}"/>
              </a:ext>
            </a:extLst>
          </p:cNvPr>
          <p:cNvSpPr>
            <a:spLocks xmlns:a="http://schemas.openxmlformats.org/drawingml/2006/main" noGrp="1"/>
          </p:cNvSpPr>
          <p:nvPr/>
        </p:nvSpPr>
        <p:spPr>
          <a:xfrm xmlns:a="http://schemas.openxmlformats.org/drawingml/2006/main">
            <a:off x="19296698" y="3403707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34.62 ± 0.01</a:t>
            </a:r>
          </a:p>
        </p:txBody>
      </p:sp>
      <p:sp>
        <p:nvSpPr>
          <p:cNvPr id="272" name="Backend unchecked measurement 2">
            <a:extLst xmlns:a="http://schemas.openxmlformats.org/drawingml/2006/main">
              <a:ext uri="{FF2B5EF4-FFF2-40B4-BE49-F238E27FC236}">
                <a16:creationId xmlns:a16="http://schemas.microsoft.com/office/drawing/2014/main" id="{17A9AF3D-65BC-4262-8430-5CEE98F1C72A}"/>
              </a:ext>
            </a:extLst>
          </p:cNvPr>
          <p:cNvSpPr>
            <a:spLocks xmlns:a="http://schemas.openxmlformats.org/drawingml/2006/main" noGrp="1"/>
          </p:cNvSpPr>
          <p:nvPr/>
        </p:nvSpPr>
        <p:spPr>
          <a:xfrm xmlns:a="http://schemas.openxmlformats.org/drawingml/2006/main">
            <a:off x="19296698" y="3367138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37.06 ± 0.08</a:t>
            </a:r>
          </a:p>
        </p:txBody>
      </p:sp>
      <p:sp>
        <p:nvSpPr>
          <p:cNvPr id="273" name="Backend checked measurement 3">
            <a:extLst xmlns:a="http://schemas.openxmlformats.org/drawingml/2006/main">
              <a:ext uri="{FF2B5EF4-FFF2-40B4-BE49-F238E27FC236}">
                <a16:creationId xmlns:a16="http://schemas.microsoft.com/office/drawing/2014/main" id="{BE30CA81-3919-4F4B-B6F7-84A41BE87B3D}"/>
              </a:ext>
            </a:extLst>
          </p:cNvPr>
          <p:cNvSpPr>
            <a:spLocks xmlns:a="http://schemas.openxmlformats.org/drawingml/2006/main" noGrp="1"/>
          </p:cNvSpPr>
          <p:nvPr/>
        </p:nvSpPr>
        <p:spPr>
          <a:xfrm xmlns:a="http://schemas.openxmlformats.org/drawingml/2006/main">
            <a:off x="19296698" y="3310457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121.07 ± 0.53</a:t>
            </a:r>
          </a:p>
        </p:txBody>
      </p:sp>
      <p:sp>
        <p:nvSpPr>
          <p:cNvPr id="274" name="Backend unchecked measurement 3">
            <a:extLst xmlns:a="http://schemas.openxmlformats.org/drawingml/2006/main">
              <a:ext uri="{FF2B5EF4-FFF2-40B4-BE49-F238E27FC236}">
                <a16:creationId xmlns:a16="http://schemas.microsoft.com/office/drawing/2014/main" id="{C5DD98A4-D8EE-41D0-9E9B-A84B8276512B}"/>
              </a:ext>
            </a:extLst>
          </p:cNvPr>
          <p:cNvSpPr>
            <a:spLocks xmlns:a="http://schemas.openxmlformats.org/drawingml/2006/main" noGrp="1"/>
          </p:cNvSpPr>
          <p:nvPr/>
        </p:nvSpPr>
        <p:spPr>
          <a:xfrm xmlns:a="http://schemas.openxmlformats.org/drawingml/2006/main">
            <a:off x="19296698" y="3273889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141.65 ± 0.83</a:t>
            </a:r>
          </a:p>
        </p:txBody>
      </p:sp>
      <p:sp>
        <p:nvSpPr>
          <p:cNvPr id="275" name="Backend checked measurement 4">
            <a:extLst xmlns:a="http://schemas.openxmlformats.org/drawingml/2006/main">
              <a:ext uri="{FF2B5EF4-FFF2-40B4-BE49-F238E27FC236}">
                <a16:creationId xmlns:a16="http://schemas.microsoft.com/office/drawing/2014/main" id="{C5E60BB5-B3EC-41AE-AE97-2D603E2BFD8D}"/>
              </a:ext>
            </a:extLst>
          </p:cNvPr>
          <p:cNvSpPr>
            <a:spLocks xmlns:a="http://schemas.openxmlformats.org/drawingml/2006/main" noGrp="1"/>
          </p:cNvSpPr>
          <p:nvPr/>
        </p:nvSpPr>
        <p:spPr>
          <a:xfrm xmlns:a="http://schemas.openxmlformats.org/drawingml/2006/main">
            <a:off x="19296698" y="3217207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420.90 ± 2.29</a:t>
            </a:r>
          </a:p>
        </p:txBody>
      </p:sp>
      <p:sp>
        <p:nvSpPr>
          <p:cNvPr id="276" name="Backend unchecked measurement 4">
            <a:extLst xmlns:a="http://schemas.openxmlformats.org/drawingml/2006/main">
              <a:ext uri="{FF2B5EF4-FFF2-40B4-BE49-F238E27FC236}">
                <a16:creationId xmlns:a16="http://schemas.microsoft.com/office/drawing/2014/main" id="{19AA2BC2-39F8-4AF9-AE8F-C590079C39A2}"/>
              </a:ext>
            </a:extLst>
          </p:cNvPr>
          <p:cNvSpPr>
            <a:spLocks xmlns:a="http://schemas.openxmlformats.org/drawingml/2006/main" noGrp="1"/>
          </p:cNvSpPr>
          <p:nvPr/>
        </p:nvSpPr>
        <p:spPr>
          <a:xfrm xmlns:a="http://schemas.openxmlformats.org/drawingml/2006/main">
            <a:off x="19296698" y="3180639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420.75 ± 2.28</a:t>
            </a:r>
          </a:p>
        </p:txBody>
      </p:sp>
      <p:sp>
        <p:nvSpPr>
          <p:cNvPr id="277" name="Worker abbreviation">
            <a:extLst xmlns:a="http://schemas.openxmlformats.org/drawingml/2006/main">
              <a:ext uri="{FF2B5EF4-FFF2-40B4-BE49-F238E27FC236}">
                <a16:creationId xmlns:a16="http://schemas.microsoft.com/office/drawing/2014/main" id="{6F8274EB-1139-4DB9-A020-966466FC83D8}"/>
              </a:ext>
            </a:extLst>
          </p:cNvPr>
          <p:cNvSpPr>
            <a:spLocks xmlns:a="http://schemas.openxmlformats.org/drawingml/2006/main" noGrp="1"/>
          </p:cNvSpPr>
          <p:nvPr/>
        </p:nvSpPr>
        <p:spPr>
          <a:xfrm xmlns:a="http://schemas.openxmlformats.org/drawingml/2006/main">
            <a:off x="11715750" y="36909375"/>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8" name="Future work">
            <a:extLst xmlns:a="http://schemas.openxmlformats.org/drawingml/2006/main">
              <a:ext uri="{FF2B5EF4-FFF2-40B4-BE49-F238E27FC236}">
                <a16:creationId xmlns:a16="http://schemas.microsoft.com/office/drawing/2014/main" id="{1BC59181-2FD6-4AA6-8507-50E56C278F93}"/>
              </a:ext>
            </a:extLst>
          </p:cNvPr>
          <p:cNvSpPr>
            <a:spLocks xmlns:a="http://schemas.openxmlformats.org/drawingml/2006/main" noGrp="1"/>
          </p:cNvSpPr>
          <p:nvPr/>
        </p:nvSpPr>
        <p:spPr>
          <a:xfrm xmlns:a="http://schemas.openxmlformats.org/drawingml/2006/main">
            <a:off x="762000" y="37528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9" name="Release status">
            <a:extLst xmlns:a="http://schemas.openxmlformats.org/drawingml/2006/main">
              <a:ext uri="{FF2B5EF4-FFF2-40B4-BE49-F238E27FC236}">
                <a16:creationId xmlns:a16="http://schemas.microsoft.com/office/drawing/2014/main" id="{4830809C-1D5D-4D29-A8FB-21CDBEE0535B}"/>
              </a:ext>
            </a:extLst>
          </p:cNvPr>
          <p:cNvSpPr>
            <a:spLocks xmlns:a="http://schemas.openxmlformats.org/drawingml/2006/main" noGrp="1"/>
          </p:cNvSpPr>
          <p:nvPr/>
        </p:nvSpPr>
        <p:spPr>
          <a:xfrm xmlns:a="http://schemas.openxmlformats.org/drawingml/2006/main">
            <a:off x="952500" y="384333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80" name="Timeline segment 0">
            <a:extLst xmlns:a="http://schemas.openxmlformats.org/drawingml/2006/main">
              <a:ext uri="{FF2B5EF4-FFF2-40B4-BE49-F238E27FC236}">
                <a16:creationId xmlns:a16="http://schemas.microsoft.com/office/drawing/2014/main" id="{6D170AE9-9E0E-46B8-AE9D-48BB5FF50954}"/>
              </a:ext>
            </a:extLst>
          </p:cNvPr>
          <p:cNvSpPr>
            <a:spLocks xmlns:a="http://schemas.openxmlformats.org/drawingml/2006/main" noGrp="1"/>
          </p:cNvSpPr>
          <p:nvPr/>
        </p:nvSpPr>
        <p:spPr>
          <a:xfrm xmlns:a="http://schemas.openxmlformats.org/drawingml/2006/main">
            <a:off x="2247305" y="39433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81" name="Timeline segment 1">
            <a:extLst xmlns:a="http://schemas.openxmlformats.org/drawingml/2006/main">
              <a:ext uri="{FF2B5EF4-FFF2-40B4-BE49-F238E27FC236}">
                <a16:creationId xmlns:a16="http://schemas.microsoft.com/office/drawing/2014/main" id="{06F11BC3-C466-4D67-8CF4-093CA5210AC4}"/>
              </a:ext>
            </a:extLst>
          </p:cNvPr>
          <p:cNvSpPr>
            <a:spLocks xmlns:a="http://schemas.openxmlformats.org/drawingml/2006/main" noGrp="1"/>
          </p:cNvSpPr>
          <p:nvPr/>
        </p:nvSpPr>
        <p:spPr>
          <a:xfrm xmlns:a="http://schemas.openxmlformats.org/drawingml/2006/main">
            <a:off x="4836914" y="39433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82" name="Timeline segment 2">
            <a:extLst xmlns:a="http://schemas.openxmlformats.org/drawingml/2006/main">
              <a:ext uri="{FF2B5EF4-FFF2-40B4-BE49-F238E27FC236}">
                <a16:creationId xmlns:a16="http://schemas.microsoft.com/office/drawing/2014/main" id="{2834FE8B-1F4B-4A8E-9C7D-164AD9FD85BE}"/>
              </a:ext>
            </a:extLst>
          </p:cNvPr>
          <p:cNvSpPr>
            <a:spLocks xmlns:a="http://schemas.openxmlformats.org/drawingml/2006/main" noGrp="1"/>
          </p:cNvSpPr>
          <p:nvPr/>
        </p:nvSpPr>
        <p:spPr>
          <a:xfrm xmlns:a="http://schemas.openxmlformats.org/drawingml/2006/main">
            <a:off x="7426523" y="39433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83" name="Timeline segment 3">
            <a:extLst xmlns:a="http://schemas.openxmlformats.org/drawingml/2006/main">
              <a:ext uri="{FF2B5EF4-FFF2-40B4-BE49-F238E27FC236}">
                <a16:creationId xmlns:a16="http://schemas.microsoft.com/office/drawing/2014/main" id="{C25C0AFC-C53D-4732-89A7-64CCFA97C3C1}"/>
              </a:ext>
            </a:extLst>
          </p:cNvPr>
          <p:cNvSpPr>
            <a:spLocks xmlns:a="http://schemas.openxmlformats.org/drawingml/2006/main" noGrp="1"/>
          </p:cNvSpPr>
          <p:nvPr/>
        </p:nvSpPr>
        <p:spPr>
          <a:xfrm xmlns:a="http://schemas.openxmlformats.org/drawingml/2006/main">
            <a:off x="10016133" y="39433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84" name="Timeline segment 4">
            <a:extLst xmlns:a="http://schemas.openxmlformats.org/drawingml/2006/main">
              <a:ext uri="{FF2B5EF4-FFF2-40B4-BE49-F238E27FC236}">
                <a16:creationId xmlns:a16="http://schemas.microsoft.com/office/drawing/2014/main" id="{A549EA8E-A6CF-4D9F-AF7E-ADB64F198A47}"/>
              </a:ext>
            </a:extLst>
          </p:cNvPr>
          <p:cNvSpPr>
            <a:spLocks xmlns:a="http://schemas.openxmlformats.org/drawingml/2006/main" noGrp="1"/>
          </p:cNvSpPr>
          <p:nvPr/>
        </p:nvSpPr>
        <p:spPr>
          <a:xfrm xmlns:a="http://schemas.openxmlformats.org/drawingml/2006/main">
            <a:off x="12605742" y="39433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5" name="Timeline segment 5">
            <a:extLst xmlns:a="http://schemas.openxmlformats.org/drawingml/2006/main">
              <a:ext uri="{FF2B5EF4-FFF2-40B4-BE49-F238E27FC236}">
                <a16:creationId xmlns:a16="http://schemas.microsoft.com/office/drawing/2014/main" id="{C4D6D52D-0F69-405F-B6CB-4D3878FEEA44}"/>
              </a:ext>
            </a:extLst>
          </p:cNvPr>
          <p:cNvSpPr>
            <a:spLocks xmlns:a="http://schemas.openxmlformats.org/drawingml/2006/main" noGrp="1"/>
          </p:cNvSpPr>
          <p:nvPr/>
        </p:nvSpPr>
        <p:spPr>
          <a:xfrm xmlns:a="http://schemas.openxmlformats.org/drawingml/2006/main">
            <a:off x="15195352" y="39433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6" name="Timeline segment 6">
            <a:extLst xmlns:a="http://schemas.openxmlformats.org/drawingml/2006/main">
              <a:ext uri="{FF2B5EF4-FFF2-40B4-BE49-F238E27FC236}">
                <a16:creationId xmlns:a16="http://schemas.microsoft.com/office/drawing/2014/main" id="{0C044378-50EA-4C04-91AA-E47C7FFF968D}"/>
              </a:ext>
            </a:extLst>
          </p:cNvPr>
          <p:cNvSpPr>
            <a:spLocks xmlns:a="http://schemas.openxmlformats.org/drawingml/2006/main" noGrp="1"/>
          </p:cNvSpPr>
          <p:nvPr/>
        </p:nvSpPr>
        <p:spPr>
          <a:xfrm xmlns:a="http://schemas.openxmlformats.org/drawingml/2006/main">
            <a:off x="17784961" y="39433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7" name="Timeline milestone 0">
            <a:extLst xmlns:a="http://schemas.openxmlformats.org/drawingml/2006/main">
              <a:ext uri="{FF2B5EF4-FFF2-40B4-BE49-F238E27FC236}">
                <a16:creationId xmlns:a16="http://schemas.microsoft.com/office/drawing/2014/main" id="{DF30FD55-7704-4A2A-90B5-CEEB1EAEB140}"/>
              </a:ext>
            </a:extLst>
          </p:cNvPr>
          <p:cNvSpPr>
            <a:spLocks xmlns:a="http://schemas.openxmlformats.org/drawingml/2006/main" noGrp="1"/>
          </p:cNvSpPr>
          <p:nvPr/>
        </p:nvSpPr>
        <p:spPr>
          <a:xfrm xmlns:a="http://schemas.openxmlformats.org/drawingml/2006/main">
            <a:off x="2075855" y="39262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8" name="Timeline version 0">
            <a:extLst xmlns:a="http://schemas.openxmlformats.org/drawingml/2006/main">
              <a:ext uri="{FF2B5EF4-FFF2-40B4-BE49-F238E27FC236}">
                <a16:creationId xmlns:a16="http://schemas.microsoft.com/office/drawing/2014/main" id="{F0149BED-F22C-4D84-AB9F-BE2B2B6A4235}"/>
              </a:ext>
            </a:extLst>
          </p:cNvPr>
          <p:cNvSpPr>
            <a:spLocks xmlns:a="http://schemas.openxmlformats.org/drawingml/2006/main" noGrp="1"/>
          </p:cNvSpPr>
          <p:nvPr/>
        </p:nvSpPr>
        <p:spPr>
          <a:xfrm xmlns:a="http://schemas.openxmlformats.org/drawingml/2006/main">
            <a:off x="1028700"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9" name="Timeline description 0">
            <a:extLst xmlns:a="http://schemas.openxmlformats.org/drawingml/2006/main">
              <a:ext uri="{FF2B5EF4-FFF2-40B4-BE49-F238E27FC236}">
                <a16:creationId xmlns:a16="http://schemas.microsoft.com/office/drawing/2014/main" id="{48C71915-9727-44E0-A914-A032CCAD7638}"/>
              </a:ext>
            </a:extLst>
          </p:cNvPr>
          <p:cNvSpPr>
            <a:spLocks xmlns:a="http://schemas.openxmlformats.org/drawingml/2006/main" noGrp="1"/>
          </p:cNvSpPr>
          <p:nvPr/>
        </p:nvSpPr>
        <p:spPr>
          <a:xfrm xmlns:a="http://schemas.openxmlformats.org/drawingml/2006/main">
            <a:off x="1028700"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90" name="Timeline date 0">
            <a:extLst xmlns:a="http://schemas.openxmlformats.org/drawingml/2006/main">
              <a:ext uri="{FF2B5EF4-FFF2-40B4-BE49-F238E27FC236}">
                <a16:creationId xmlns:a16="http://schemas.microsoft.com/office/drawing/2014/main" id="{8106DC1E-44D4-4A03-9BCE-29E37D9EFDB5}"/>
              </a:ext>
            </a:extLst>
          </p:cNvPr>
          <p:cNvSpPr>
            <a:spLocks xmlns:a="http://schemas.openxmlformats.org/drawingml/2006/main" noGrp="1"/>
          </p:cNvSpPr>
          <p:nvPr/>
        </p:nvSpPr>
        <p:spPr>
          <a:xfrm xmlns:a="http://schemas.openxmlformats.org/drawingml/2006/main">
            <a:off x="1028700"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91" name="Timeline milestone 1">
            <a:extLst xmlns:a="http://schemas.openxmlformats.org/drawingml/2006/main">
              <a:ext uri="{FF2B5EF4-FFF2-40B4-BE49-F238E27FC236}">
                <a16:creationId xmlns:a16="http://schemas.microsoft.com/office/drawing/2014/main" id="{382FBFBC-8F17-4EAD-A818-7A7821312E17}"/>
              </a:ext>
            </a:extLst>
          </p:cNvPr>
          <p:cNvSpPr>
            <a:spLocks xmlns:a="http://schemas.openxmlformats.org/drawingml/2006/main" noGrp="1"/>
          </p:cNvSpPr>
          <p:nvPr/>
        </p:nvSpPr>
        <p:spPr>
          <a:xfrm xmlns:a="http://schemas.openxmlformats.org/drawingml/2006/main">
            <a:off x="4665464" y="39262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2" name="Timeline version 1">
            <a:extLst xmlns:a="http://schemas.openxmlformats.org/drawingml/2006/main">
              <a:ext uri="{FF2B5EF4-FFF2-40B4-BE49-F238E27FC236}">
                <a16:creationId xmlns:a16="http://schemas.microsoft.com/office/drawing/2014/main" id="{4B7F324A-8178-41AF-9BFE-BEB0E7EE30CE}"/>
              </a:ext>
            </a:extLst>
          </p:cNvPr>
          <p:cNvSpPr>
            <a:spLocks xmlns:a="http://schemas.openxmlformats.org/drawingml/2006/main" noGrp="1"/>
          </p:cNvSpPr>
          <p:nvPr/>
        </p:nvSpPr>
        <p:spPr>
          <a:xfrm xmlns:a="http://schemas.openxmlformats.org/drawingml/2006/main">
            <a:off x="3618309"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93" name="Timeline description 1">
            <a:extLst xmlns:a="http://schemas.openxmlformats.org/drawingml/2006/main">
              <a:ext uri="{FF2B5EF4-FFF2-40B4-BE49-F238E27FC236}">
                <a16:creationId xmlns:a16="http://schemas.microsoft.com/office/drawing/2014/main" id="{3093C48A-DFC6-46D7-A46B-8B3A98155D9F}"/>
              </a:ext>
            </a:extLst>
          </p:cNvPr>
          <p:cNvSpPr>
            <a:spLocks xmlns:a="http://schemas.openxmlformats.org/drawingml/2006/main" noGrp="1"/>
          </p:cNvSpPr>
          <p:nvPr/>
        </p:nvSpPr>
        <p:spPr>
          <a:xfrm xmlns:a="http://schemas.openxmlformats.org/drawingml/2006/main">
            <a:off x="3618309"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94" name="Timeline date 1">
            <a:extLst xmlns:a="http://schemas.openxmlformats.org/drawingml/2006/main">
              <a:ext uri="{FF2B5EF4-FFF2-40B4-BE49-F238E27FC236}">
                <a16:creationId xmlns:a16="http://schemas.microsoft.com/office/drawing/2014/main" id="{CFB9C25B-2853-4492-82CF-7C9E61261D27}"/>
              </a:ext>
            </a:extLst>
          </p:cNvPr>
          <p:cNvSpPr>
            <a:spLocks xmlns:a="http://schemas.openxmlformats.org/drawingml/2006/main" noGrp="1"/>
          </p:cNvSpPr>
          <p:nvPr/>
        </p:nvSpPr>
        <p:spPr>
          <a:xfrm xmlns:a="http://schemas.openxmlformats.org/drawingml/2006/main">
            <a:off x="3618309"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5" name="Timeline milestone 2">
            <a:extLst xmlns:a="http://schemas.openxmlformats.org/drawingml/2006/main">
              <a:ext uri="{FF2B5EF4-FFF2-40B4-BE49-F238E27FC236}">
                <a16:creationId xmlns:a16="http://schemas.microsoft.com/office/drawing/2014/main" id="{897107F6-B91E-478C-8A14-0944C33C041A}"/>
              </a:ext>
            </a:extLst>
          </p:cNvPr>
          <p:cNvSpPr>
            <a:spLocks xmlns:a="http://schemas.openxmlformats.org/drawingml/2006/main" noGrp="1"/>
          </p:cNvSpPr>
          <p:nvPr/>
        </p:nvSpPr>
        <p:spPr>
          <a:xfrm xmlns:a="http://schemas.openxmlformats.org/drawingml/2006/main">
            <a:off x="7255073" y="39262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6" name="Timeline version 2">
            <a:extLst xmlns:a="http://schemas.openxmlformats.org/drawingml/2006/main">
              <a:ext uri="{FF2B5EF4-FFF2-40B4-BE49-F238E27FC236}">
                <a16:creationId xmlns:a16="http://schemas.microsoft.com/office/drawing/2014/main" id="{4740CF7A-76BC-4AF9-8FC9-DAB36F0A3163}"/>
              </a:ext>
            </a:extLst>
          </p:cNvPr>
          <p:cNvSpPr>
            <a:spLocks xmlns:a="http://schemas.openxmlformats.org/drawingml/2006/main" noGrp="1"/>
          </p:cNvSpPr>
          <p:nvPr/>
        </p:nvSpPr>
        <p:spPr>
          <a:xfrm xmlns:a="http://schemas.openxmlformats.org/drawingml/2006/main">
            <a:off x="6207919"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7" name="Timeline description 2">
            <a:extLst xmlns:a="http://schemas.openxmlformats.org/drawingml/2006/main">
              <a:ext uri="{FF2B5EF4-FFF2-40B4-BE49-F238E27FC236}">
                <a16:creationId xmlns:a16="http://schemas.microsoft.com/office/drawing/2014/main" id="{17268D00-2818-417F-B2A1-DA2FC486A10B}"/>
              </a:ext>
            </a:extLst>
          </p:cNvPr>
          <p:cNvSpPr>
            <a:spLocks xmlns:a="http://schemas.openxmlformats.org/drawingml/2006/main" noGrp="1"/>
          </p:cNvSpPr>
          <p:nvPr/>
        </p:nvSpPr>
        <p:spPr>
          <a:xfrm xmlns:a="http://schemas.openxmlformats.org/drawingml/2006/main">
            <a:off x="6207919"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8" name="Timeline date 2">
            <a:extLst xmlns:a="http://schemas.openxmlformats.org/drawingml/2006/main">
              <a:ext uri="{FF2B5EF4-FFF2-40B4-BE49-F238E27FC236}">
                <a16:creationId xmlns:a16="http://schemas.microsoft.com/office/drawing/2014/main" id="{BC041CF8-87E9-4034-A544-88ACDD5DBF17}"/>
              </a:ext>
            </a:extLst>
          </p:cNvPr>
          <p:cNvSpPr>
            <a:spLocks xmlns:a="http://schemas.openxmlformats.org/drawingml/2006/main" noGrp="1"/>
          </p:cNvSpPr>
          <p:nvPr/>
        </p:nvSpPr>
        <p:spPr>
          <a:xfrm xmlns:a="http://schemas.openxmlformats.org/drawingml/2006/main">
            <a:off x="6207919"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9" name="Timeline milestone 3">
            <a:extLst xmlns:a="http://schemas.openxmlformats.org/drawingml/2006/main">
              <a:ext uri="{FF2B5EF4-FFF2-40B4-BE49-F238E27FC236}">
                <a16:creationId xmlns:a16="http://schemas.microsoft.com/office/drawing/2014/main" id="{AF085BA9-8108-4C0F-AA07-E8CB5EDC048B}"/>
              </a:ext>
            </a:extLst>
          </p:cNvPr>
          <p:cNvSpPr>
            <a:spLocks xmlns:a="http://schemas.openxmlformats.org/drawingml/2006/main" noGrp="1"/>
          </p:cNvSpPr>
          <p:nvPr/>
        </p:nvSpPr>
        <p:spPr>
          <a:xfrm xmlns:a="http://schemas.openxmlformats.org/drawingml/2006/main">
            <a:off x="9844683" y="39262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300" name="Timeline version 3">
            <a:extLst xmlns:a="http://schemas.openxmlformats.org/drawingml/2006/main">
              <a:ext uri="{FF2B5EF4-FFF2-40B4-BE49-F238E27FC236}">
                <a16:creationId xmlns:a16="http://schemas.microsoft.com/office/drawing/2014/main" id="{47B18BC7-CEFD-4375-A560-85B42D91BB4B}"/>
              </a:ext>
            </a:extLst>
          </p:cNvPr>
          <p:cNvSpPr>
            <a:spLocks xmlns:a="http://schemas.openxmlformats.org/drawingml/2006/main" noGrp="1"/>
          </p:cNvSpPr>
          <p:nvPr/>
        </p:nvSpPr>
        <p:spPr>
          <a:xfrm xmlns:a="http://schemas.openxmlformats.org/drawingml/2006/main">
            <a:off x="8797528"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301" name="Timeline description 3">
            <a:extLst xmlns:a="http://schemas.openxmlformats.org/drawingml/2006/main">
              <a:ext uri="{FF2B5EF4-FFF2-40B4-BE49-F238E27FC236}">
                <a16:creationId xmlns:a16="http://schemas.microsoft.com/office/drawing/2014/main" id="{0D413790-8A2F-4763-A310-12104998863A}"/>
              </a:ext>
            </a:extLst>
          </p:cNvPr>
          <p:cNvSpPr>
            <a:spLocks xmlns:a="http://schemas.openxmlformats.org/drawingml/2006/main" noGrp="1"/>
          </p:cNvSpPr>
          <p:nvPr/>
        </p:nvSpPr>
        <p:spPr>
          <a:xfrm xmlns:a="http://schemas.openxmlformats.org/drawingml/2006/main">
            <a:off x="8797528"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2" name="Timeline date 3">
            <a:extLst xmlns:a="http://schemas.openxmlformats.org/drawingml/2006/main">
              <a:ext uri="{FF2B5EF4-FFF2-40B4-BE49-F238E27FC236}">
                <a16:creationId xmlns:a16="http://schemas.microsoft.com/office/drawing/2014/main" id="{CB2B6CC7-DE2C-46C7-9744-C31D04D8724E}"/>
              </a:ext>
            </a:extLst>
          </p:cNvPr>
          <p:cNvSpPr>
            <a:spLocks xmlns:a="http://schemas.openxmlformats.org/drawingml/2006/main" noGrp="1"/>
          </p:cNvSpPr>
          <p:nvPr/>
        </p:nvSpPr>
        <p:spPr>
          <a:xfrm xmlns:a="http://schemas.openxmlformats.org/drawingml/2006/main">
            <a:off x="8797528"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303" name="Timeline milestone 4">
            <a:extLst xmlns:a="http://schemas.openxmlformats.org/drawingml/2006/main">
              <a:ext uri="{FF2B5EF4-FFF2-40B4-BE49-F238E27FC236}">
                <a16:creationId xmlns:a16="http://schemas.microsoft.com/office/drawing/2014/main" id="{F1588D69-00F7-4617-B35E-43B39BDBA960}"/>
              </a:ext>
            </a:extLst>
          </p:cNvPr>
          <p:cNvSpPr>
            <a:spLocks xmlns:a="http://schemas.openxmlformats.org/drawingml/2006/main" noGrp="1"/>
          </p:cNvSpPr>
          <p:nvPr/>
        </p:nvSpPr>
        <p:spPr>
          <a:xfrm xmlns:a="http://schemas.openxmlformats.org/drawingml/2006/main">
            <a:off x="12434292" y="39262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304" name="Timeline version 4">
            <a:extLst xmlns:a="http://schemas.openxmlformats.org/drawingml/2006/main">
              <a:ext uri="{FF2B5EF4-FFF2-40B4-BE49-F238E27FC236}">
                <a16:creationId xmlns:a16="http://schemas.microsoft.com/office/drawing/2014/main" id="{7F145987-BD5B-4991-BF0B-B7905EC3ABDB}"/>
              </a:ext>
            </a:extLst>
          </p:cNvPr>
          <p:cNvSpPr>
            <a:spLocks xmlns:a="http://schemas.openxmlformats.org/drawingml/2006/main" noGrp="1"/>
          </p:cNvSpPr>
          <p:nvPr/>
        </p:nvSpPr>
        <p:spPr>
          <a:xfrm xmlns:a="http://schemas.openxmlformats.org/drawingml/2006/main">
            <a:off x="11387138"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5" name="Timeline description 4">
            <a:extLst xmlns:a="http://schemas.openxmlformats.org/drawingml/2006/main">
              <a:ext uri="{FF2B5EF4-FFF2-40B4-BE49-F238E27FC236}">
                <a16:creationId xmlns:a16="http://schemas.microsoft.com/office/drawing/2014/main" id="{E1A309CD-8BA5-4A92-825B-B222D0C8F86F}"/>
              </a:ext>
            </a:extLst>
          </p:cNvPr>
          <p:cNvSpPr>
            <a:spLocks xmlns:a="http://schemas.openxmlformats.org/drawingml/2006/main" noGrp="1"/>
          </p:cNvSpPr>
          <p:nvPr/>
        </p:nvSpPr>
        <p:spPr>
          <a:xfrm xmlns:a="http://schemas.openxmlformats.org/drawingml/2006/main">
            <a:off x="11387138"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6" name="Timeline date 4">
            <a:extLst xmlns:a="http://schemas.openxmlformats.org/drawingml/2006/main">
              <a:ext uri="{FF2B5EF4-FFF2-40B4-BE49-F238E27FC236}">
                <a16:creationId xmlns:a16="http://schemas.microsoft.com/office/drawing/2014/main" id="{621B93F0-20D3-4677-B068-8FC50146FDEF}"/>
              </a:ext>
            </a:extLst>
          </p:cNvPr>
          <p:cNvSpPr>
            <a:spLocks xmlns:a="http://schemas.openxmlformats.org/drawingml/2006/main" noGrp="1"/>
          </p:cNvSpPr>
          <p:nvPr/>
        </p:nvSpPr>
        <p:spPr>
          <a:xfrm xmlns:a="http://schemas.openxmlformats.org/drawingml/2006/main">
            <a:off x="11387138"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7" name="Timeline milestone 5">
            <a:extLst xmlns:a="http://schemas.openxmlformats.org/drawingml/2006/main">
              <a:ext uri="{FF2B5EF4-FFF2-40B4-BE49-F238E27FC236}">
                <a16:creationId xmlns:a16="http://schemas.microsoft.com/office/drawing/2014/main" id="{B0495171-EB9A-498F-837D-4FE659A2AF29}"/>
              </a:ext>
            </a:extLst>
          </p:cNvPr>
          <p:cNvSpPr>
            <a:spLocks xmlns:a="http://schemas.openxmlformats.org/drawingml/2006/main" noGrp="1"/>
          </p:cNvSpPr>
          <p:nvPr/>
        </p:nvSpPr>
        <p:spPr>
          <a:xfrm xmlns:a="http://schemas.openxmlformats.org/drawingml/2006/main">
            <a:off x="15023902" y="39262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8" name="Current runtime milestone">
            <a:extLst xmlns:a="http://schemas.openxmlformats.org/drawingml/2006/main">
              <a:ext uri="{FF2B5EF4-FFF2-40B4-BE49-F238E27FC236}">
                <a16:creationId xmlns:a16="http://schemas.microsoft.com/office/drawing/2014/main" id="{AE4CFF6C-A773-4ED7-A20B-A61BEC8DD004}"/>
              </a:ext>
            </a:extLst>
          </p:cNvPr>
          <p:cNvSpPr>
            <a:spLocks xmlns:a="http://schemas.openxmlformats.org/drawingml/2006/main" noGrp="1"/>
          </p:cNvSpPr>
          <p:nvPr/>
        </p:nvSpPr>
        <p:spPr>
          <a:xfrm xmlns:a="http://schemas.openxmlformats.org/drawingml/2006/main">
            <a:off x="15138202" y="39376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9" name="Timeline version 5">
            <a:extLst xmlns:a="http://schemas.openxmlformats.org/drawingml/2006/main">
              <a:ext uri="{FF2B5EF4-FFF2-40B4-BE49-F238E27FC236}">
                <a16:creationId xmlns:a16="http://schemas.microsoft.com/office/drawing/2014/main" id="{5376BE94-9F03-4B14-952C-4156D1BE6EDA}"/>
              </a:ext>
            </a:extLst>
          </p:cNvPr>
          <p:cNvSpPr>
            <a:spLocks xmlns:a="http://schemas.openxmlformats.org/drawingml/2006/main" noGrp="1"/>
          </p:cNvSpPr>
          <p:nvPr/>
        </p:nvSpPr>
        <p:spPr>
          <a:xfrm xmlns:a="http://schemas.openxmlformats.org/drawingml/2006/main">
            <a:off x="13976747"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10" name="Timeline description 5">
            <a:extLst xmlns:a="http://schemas.openxmlformats.org/drawingml/2006/main">
              <a:ext uri="{FF2B5EF4-FFF2-40B4-BE49-F238E27FC236}">
                <a16:creationId xmlns:a16="http://schemas.microsoft.com/office/drawing/2014/main" id="{4FAD87F5-B0EC-4AFF-BEB7-EB19D6D5CB56}"/>
              </a:ext>
            </a:extLst>
          </p:cNvPr>
          <p:cNvSpPr>
            <a:spLocks xmlns:a="http://schemas.openxmlformats.org/drawingml/2006/main" noGrp="1"/>
          </p:cNvSpPr>
          <p:nvPr/>
        </p:nvSpPr>
        <p:spPr>
          <a:xfrm xmlns:a="http://schemas.openxmlformats.org/drawingml/2006/main">
            <a:off x="13976747"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11" name="Timeline date 5">
            <a:extLst xmlns:a="http://schemas.openxmlformats.org/drawingml/2006/main">
              <a:ext uri="{FF2B5EF4-FFF2-40B4-BE49-F238E27FC236}">
                <a16:creationId xmlns:a16="http://schemas.microsoft.com/office/drawing/2014/main" id="{93C0DD88-670D-4D80-9F9E-4C611ED61030}"/>
              </a:ext>
            </a:extLst>
          </p:cNvPr>
          <p:cNvSpPr>
            <a:spLocks xmlns:a="http://schemas.openxmlformats.org/drawingml/2006/main" noGrp="1"/>
          </p:cNvSpPr>
          <p:nvPr/>
        </p:nvSpPr>
        <p:spPr>
          <a:xfrm xmlns:a="http://schemas.openxmlformats.org/drawingml/2006/main">
            <a:off x="13976747"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12" name="Timeline milestone 6">
            <a:extLst xmlns:a="http://schemas.openxmlformats.org/drawingml/2006/main">
              <a:ext uri="{FF2B5EF4-FFF2-40B4-BE49-F238E27FC236}">
                <a16:creationId xmlns:a16="http://schemas.microsoft.com/office/drawing/2014/main" id="{54A9017E-8EF2-40D0-AEFB-DD03BEA6A7E0}"/>
              </a:ext>
            </a:extLst>
          </p:cNvPr>
          <p:cNvSpPr>
            <a:spLocks xmlns:a="http://schemas.openxmlformats.org/drawingml/2006/main" noGrp="1"/>
          </p:cNvSpPr>
          <p:nvPr/>
        </p:nvSpPr>
        <p:spPr>
          <a:xfrm xmlns:a="http://schemas.openxmlformats.org/drawingml/2006/main">
            <a:off x="17613511" y="39262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3" name="Timeline version 6">
            <a:extLst xmlns:a="http://schemas.openxmlformats.org/drawingml/2006/main">
              <a:ext uri="{FF2B5EF4-FFF2-40B4-BE49-F238E27FC236}">
                <a16:creationId xmlns:a16="http://schemas.microsoft.com/office/drawing/2014/main" id="{1DB74924-FFD6-4990-A004-9C22025A6628}"/>
              </a:ext>
            </a:extLst>
          </p:cNvPr>
          <p:cNvSpPr>
            <a:spLocks xmlns:a="http://schemas.openxmlformats.org/drawingml/2006/main" noGrp="1"/>
          </p:cNvSpPr>
          <p:nvPr/>
        </p:nvSpPr>
        <p:spPr>
          <a:xfrm xmlns:a="http://schemas.openxmlformats.org/drawingml/2006/main">
            <a:off x="16566356"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14" name="Timeline description 6">
            <a:extLst xmlns:a="http://schemas.openxmlformats.org/drawingml/2006/main">
              <a:ext uri="{FF2B5EF4-FFF2-40B4-BE49-F238E27FC236}">
                <a16:creationId xmlns:a16="http://schemas.microsoft.com/office/drawing/2014/main" id="{B5C13282-F3D0-4635-8084-426A8077A159}"/>
              </a:ext>
            </a:extLst>
          </p:cNvPr>
          <p:cNvSpPr>
            <a:spLocks xmlns:a="http://schemas.openxmlformats.org/drawingml/2006/main" noGrp="1"/>
          </p:cNvSpPr>
          <p:nvPr/>
        </p:nvSpPr>
        <p:spPr>
          <a:xfrm xmlns:a="http://schemas.openxmlformats.org/drawingml/2006/main">
            <a:off x="16566356"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5" name="Timeline date 6">
            <a:extLst xmlns:a="http://schemas.openxmlformats.org/drawingml/2006/main">
              <a:ext uri="{FF2B5EF4-FFF2-40B4-BE49-F238E27FC236}">
                <a16:creationId xmlns:a16="http://schemas.microsoft.com/office/drawing/2014/main" id="{A7205A77-8A6C-4FC8-912E-E27A231A0DCF}"/>
              </a:ext>
            </a:extLst>
          </p:cNvPr>
          <p:cNvSpPr>
            <a:spLocks xmlns:a="http://schemas.openxmlformats.org/drawingml/2006/main" noGrp="1"/>
          </p:cNvSpPr>
          <p:nvPr/>
        </p:nvSpPr>
        <p:spPr>
          <a:xfrm xmlns:a="http://schemas.openxmlformats.org/drawingml/2006/main">
            <a:off x="16566356"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6" name="Timeline milestone 7">
            <a:extLst xmlns:a="http://schemas.openxmlformats.org/drawingml/2006/main">
              <a:ext uri="{FF2B5EF4-FFF2-40B4-BE49-F238E27FC236}">
                <a16:creationId xmlns:a16="http://schemas.microsoft.com/office/drawing/2014/main" id="{F6975BAB-19F7-4F35-A209-E11FB1F6EEFC}"/>
              </a:ext>
            </a:extLst>
          </p:cNvPr>
          <p:cNvSpPr>
            <a:spLocks xmlns:a="http://schemas.openxmlformats.org/drawingml/2006/main" noGrp="1"/>
          </p:cNvSpPr>
          <p:nvPr/>
        </p:nvSpPr>
        <p:spPr>
          <a:xfrm xmlns:a="http://schemas.openxmlformats.org/drawingml/2006/main">
            <a:off x="20203120" y="39262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7" name="Timeline version 7">
            <a:extLst xmlns:a="http://schemas.openxmlformats.org/drawingml/2006/main">
              <a:ext uri="{FF2B5EF4-FFF2-40B4-BE49-F238E27FC236}">
                <a16:creationId xmlns:a16="http://schemas.microsoft.com/office/drawing/2014/main" id="{8EC12899-E0F4-48CA-89CD-6FE2394DA329}"/>
              </a:ext>
            </a:extLst>
          </p:cNvPr>
          <p:cNvSpPr>
            <a:spLocks xmlns:a="http://schemas.openxmlformats.org/drawingml/2006/main" noGrp="1"/>
          </p:cNvSpPr>
          <p:nvPr/>
        </p:nvSpPr>
        <p:spPr>
          <a:xfrm xmlns:a="http://schemas.openxmlformats.org/drawingml/2006/main">
            <a:off x="19155966" y="39700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8" name="Timeline description 7">
            <a:extLst xmlns:a="http://schemas.openxmlformats.org/drawingml/2006/main">
              <a:ext uri="{FF2B5EF4-FFF2-40B4-BE49-F238E27FC236}">
                <a16:creationId xmlns:a16="http://schemas.microsoft.com/office/drawing/2014/main" id="{C87A5D02-C1A9-45A4-B9F7-337C8D3A7A23}"/>
              </a:ext>
            </a:extLst>
          </p:cNvPr>
          <p:cNvSpPr>
            <a:spLocks xmlns:a="http://schemas.openxmlformats.org/drawingml/2006/main" noGrp="1"/>
          </p:cNvSpPr>
          <p:nvPr/>
        </p:nvSpPr>
        <p:spPr>
          <a:xfrm xmlns:a="http://schemas.openxmlformats.org/drawingml/2006/main">
            <a:off x="19155966" y="4010025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9" name="Timeline date 7">
            <a:extLst xmlns:a="http://schemas.openxmlformats.org/drawingml/2006/main">
              <a:ext uri="{FF2B5EF4-FFF2-40B4-BE49-F238E27FC236}">
                <a16:creationId xmlns:a16="http://schemas.microsoft.com/office/drawing/2014/main" id="{44385800-51C6-498C-A10E-13EE9E4F9C46}"/>
              </a:ext>
            </a:extLst>
          </p:cNvPr>
          <p:cNvSpPr>
            <a:spLocks xmlns:a="http://schemas.openxmlformats.org/drawingml/2006/main" noGrp="1"/>
          </p:cNvSpPr>
          <p:nvPr/>
        </p:nvSpPr>
        <p:spPr>
          <a:xfrm xmlns:a="http://schemas.openxmlformats.org/drawingml/2006/main">
            <a:off x="19155966" y="408622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20" name="QR caption">
            <a:extLst xmlns:a="http://schemas.openxmlformats.org/drawingml/2006/main">
              <a:ext uri="{FF2B5EF4-FFF2-40B4-BE49-F238E27FC236}">
                <a16:creationId xmlns:a16="http://schemas.microsoft.com/office/drawing/2014/main" id="{168BE328-C34A-4786-89D9-7AF0AD0C805C}"/>
              </a:ext>
            </a:extLst>
          </p:cNvPr>
          <p:cNvSpPr>
            <a:spLocks xmlns:a="http://schemas.openxmlformats.org/drawingml/2006/main" noGrp="1"/>
          </p:cNvSpPr>
          <p:nvPr/>
        </p:nvSpPr>
        <p:spPr>
          <a:xfrm xmlns:a="http://schemas.openxmlformats.org/drawingml/2006/main">
            <a:off x="3333750" y="41481375"/>
            <a:ext cx="1714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Experience this poster as a live reactive program</a:t>
            </a:r>
          </a:p>
        </p:txBody>
      </p:sp>
      <p:sp>
        <p:nvSpPr>
          <p:cNvPr id="321" name="QR arrow start">
            <a:extLst xmlns:a="http://schemas.openxmlformats.org/drawingml/2006/main">
              <a:ext uri="{FF2B5EF4-FFF2-40B4-BE49-F238E27FC236}">
                <a16:creationId xmlns:a16="http://schemas.microsoft.com/office/drawing/2014/main" id="{9A31D03E-0E65-4B7B-9D02-08F1EF974233}"/>
              </a:ext>
            </a:extLst>
          </p:cNvPr>
          <p:cNvSpPr>
            <a:spLocks xmlns:a="http://schemas.openxmlformats.org/drawingml/2006/main" noGrp="1"/>
          </p:cNvSpPr>
          <p:nvPr/>
        </p:nvSpPr>
        <p:spPr>
          <a:xfrm xmlns:a="http://schemas.openxmlformats.org/drawingml/2006/main">
            <a:off x="3143250" y="41719500"/>
            <a:ext cx="9525" cy="9525"/>
          </a:xfrm>
          <a:prstGeom xmlns:a="http://schemas.openxmlformats.org/drawingml/2006/main" prst="rect">
            <a:avLst/>
          </a:prstGeom>
          <a:noFill xmlns:a="http://schemas.openxmlformats.org/drawingml/2006/main"/>
          <a:ln xmlns:a="http://schemas.openxmlformats.org/drawingml/2006/main" w="0">
            <a:noFill/>
          </a:ln>
        </p:spPr>
      </p:sp>
      <p:sp>
        <p:nvSpPr>
          <p:cNvPr id="322" name="QR arrow end">
            <a:extLst xmlns:a="http://schemas.openxmlformats.org/drawingml/2006/main">
              <a:ext uri="{FF2B5EF4-FFF2-40B4-BE49-F238E27FC236}">
                <a16:creationId xmlns:a16="http://schemas.microsoft.com/office/drawing/2014/main" id="{EA32E684-3DF3-41BF-B4A1-74FF10AD500D}"/>
              </a:ext>
            </a:extLst>
          </p:cNvPr>
          <p:cNvSpPr>
            <a:spLocks xmlns:a="http://schemas.openxmlformats.org/drawingml/2006/main" noGrp="1"/>
          </p:cNvSpPr>
          <p:nvPr/>
        </p:nvSpPr>
        <p:spPr>
          <a:xfrm xmlns:a="http://schemas.openxmlformats.org/drawingml/2006/main">
            <a:off x="2638425" y="417195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43" name=""/>
          <p:cNvCxnSpPr>
            <a:stCxn xmlns:a="http://schemas.openxmlformats.org/drawingml/2006/main" id="321" idx="1"/>
            <a:endCxn xmlns:a="http://schemas.openxmlformats.org/drawingml/2006/main" id="322" idx="3"/>
          </p:cNvCxnSpPr>
          <p:nvPr/>
        </p:nvCxnSpPr>
        <p:spPr>
          <a:xfrm xmlns:a="http://schemas.openxmlformats.org/drawingml/2006/main" flipH="1">
            <a:off x="2647950" y="4172426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24" name="Benchmark machines">
            <a:extLst xmlns:a="http://schemas.openxmlformats.org/drawingml/2006/main">
              <a:ext uri="{FF2B5EF4-FFF2-40B4-BE49-F238E27FC236}">
                <a16:creationId xmlns:a16="http://schemas.microsoft.com/office/drawing/2014/main" id="{D5609F32-46E6-49CC-9C15-BDA553CE4372}"/>
              </a:ext>
            </a:extLst>
          </p:cNvPr>
          <p:cNvSpPr>
            <a:spLocks xmlns:a="http://schemas.openxmlformats.org/drawingml/2006/main" noGrp="1"/>
          </p:cNvSpPr>
          <p:nvPr/>
        </p:nvSpPr>
        <p:spPr>
          <a:xfrm xmlns:a="http://schemas.openxmlformats.org/drawingml/2006/main">
            <a:off x="2857500" y="42243375"/>
            <a:ext cx="2362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Both charts: f32, 500,000 filters × 40 timed turns, n=10. Median ± MAD.</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Resident EKF: Apple M3 MacBook Air, macOS 26.2, f64, 4,096-turn episodes, n=10.</a:t>
            </a:r>
          </a:p>
        </p:txBody>
      </p:sp>
      <p:sp>
        <p:nvSpPr>
          <p:cNvPr id="325" name="Benchmark methods">
            <a:extLst xmlns:a="http://schemas.openxmlformats.org/drawingml/2006/main">
              <a:ext uri="{FF2B5EF4-FFF2-40B4-BE49-F238E27FC236}">
                <a16:creationId xmlns:a16="http://schemas.microsoft.com/office/drawing/2014/main" id="{963AC7A2-FB21-41F6-8A97-E61C90D29132}"/>
              </a:ext>
            </a:extLst>
          </p:cNvPr>
          <p:cNvSpPr>
            <a:spLocks xmlns:a="http://schemas.openxmlformats.org/drawingml/2006/main" noGrp="1"/>
          </p:cNvSpPr>
          <p:nvPr/>
        </p:nvSpPr>
        <p:spPr>
          <a:xfrm xmlns:a="http://schemas.openxmlformats.org/drawingml/2006/main">
            <a:off x="762000" y="43195875"/>
            <a:ext cx="3133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LLVM 22.1.0. Cranelift 0.131.3. Julia 1.12.6. Mojo 1.1.0 / MAX 26.6.0. Futhark 0.27.1, ISPC 1.31.0 / LLVM 22.1.8. Python 3.12.14, NumPy 2.2.6,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resident 6750f5f45. github.com/mech-lang/mech/tree/iros-workshop-benchmarks. Data and methods: benchmarks/iros-2026.</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2026-09-25T14:19:58.4470000Z</dcterms:created>
  <dcterms:modified xsi:type="dcterms:W3CDTF">2026-09-25T14:19:58.4470000Z</dcterms:modified>
</coreProperties>
</file>