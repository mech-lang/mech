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6c527d4bb845b7" /><Relationship Type="http://schemas.openxmlformats.org/officeDocument/2006/relationships/image" Target="/ppt/media/image.png" Id="R62d1fdb73ec24b6f" /><Relationship Type="http://schemas.openxmlformats.org/officeDocument/2006/relationships/image" Target="/ppt/media/image.svg" Id="Ra4e8406e62434cb3" /><Relationship Type="http://schemas.openxmlformats.org/officeDocument/2006/relationships/image" Target="/ppt/media/image2.png" Id="R4e3d5f9419fb421f" /><Relationship Type="http://schemas.openxmlformats.org/officeDocument/2006/relationships/chart" Target="/ppt/slides/charts/chart1.xml" Id="Rca1ac46396b840f1" /><Relationship Type="http://schemas.openxmlformats.org/officeDocument/2006/relationships/chart" Target="/ppt/slides/charts/chart2.xml" Id="R47fedaccb9b14b88" /><Relationship Type="http://schemas.openxmlformats.org/officeDocument/2006/relationships/notesSlide" Target="/ppt/notesSlides/notesSlide1.xml" Id="Rbe9344e5789740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638" name=""/>
          <p:cNvCxnSpPr>
            <a:stCxn xmlns:a="http://schemas.openxmlformats.org/drawingml/2006/main" id="196" idx="3"/>
            <a:endCxn xmlns:a="http://schemas.openxmlformats.org/drawingml/2006/main" id="197"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39" name=""/>
          <p:cNvCxnSpPr>
            <a:stCxn xmlns:a="http://schemas.openxmlformats.org/drawingml/2006/main" id="197" idx="3"/>
            <a:endCxn xmlns:a="http://schemas.openxmlformats.org/drawingml/2006/main" id="198"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0" name=""/>
          <p:cNvCxnSpPr>
            <a:stCxn xmlns:a="http://schemas.openxmlformats.org/drawingml/2006/main" id="198" idx="3"/>
            <a:endCxn xmlns:a="http://schemas.openxmlformats.org/drawingml/2006/main" id="199"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1" name=""/>
          <p:cNvCxnSpPr>
            <a:stCxn xmlns:a="http://schemas.openxmlformats.org/drawingml/2006/main" id="199" idx="3"/>
            <a:endCxn xmlns:a="http://schemas.openxmlformats.org/drawingml/2006/main" id="200"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2" nam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643" name=""/>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08" name="AOT preparation">
            <a:extLst xmlns:a="http://schemas.openxmlformats.org/drawingml/2006/main">
              <a:ext uri="{FF2B5EF4-FFF2-40B4-BE49-F238E27FC236}">
                <a16:creationId xmlns:a16="http://schemas.microsoft.com/office/drawing/2014/main" id="{FE0F5B9A-7DDA-4D62-AEB6-567E2870044A}"/>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9" name="AOT dylib">
            <a:extLst xmlns:a="http://schemas.openxmlformats.org/drawingml/2006/main">
              <a:ext uri="{FF2B5EF4-FFF2-40B4-BE49-F238E27FC236}">
                <a16:creationId xmlns:a16="http://schemas.microsoft.com/office/drawing/2014/main" id="{0DA607F7-88D4-4352-B7FE-70F75706D3B9}"/>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647" name=""/>
          <p:cNvCxnSpPr>
            <a:stCxn xmlns:a="http://schemas.openxmlformats.org/drawingml/2006/main" id="198" idx="2"/>
            <a:endCxn xmlns:a="http://schemas.openxmlformats.org/drawingml/2006/main" id="208"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648" name=""/>
          <p:cNvCxnSpPr>
            <a:stCxn xmlns:a="http://schemas.openxmlformats.org/drawingml/2006/main" id="208" idx="3"/>
            <a:endCxn xmlns:a="http://schemas.openxmlformats.org/drawingml/2006/main" id="209"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658" name=""/>
          <p:cNvCxnSpPr>
            <a:stCxn xmlns:a="http://schemas.openxmlformats.org/drawingml/2006/main" id="217" idx="2"/>
            <a:endCxn xmlns:a="http://schemas.openxmlformats.org/drawingml/2006/main" id="218"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659" name=""/>
          <p:cNvCxnSpPr>
            <a:stCxn xmlns:a="http://schemas.openxmlformats.org/drawingml/2006/main" id="218" idx="2"/>
            <a:endCxn xmlns:a="http://schemas.openxmlformats.org/drawingml/2006/main" id="219"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660" name=""/>
          <p:cNvCxnSpPr>
            <a:stCxn xmlns:a="http://schemas.openxmlformats.org/drawingml/2006/main" id="218" idx="2"/>
            <a:endCxn xmlns:a="http://schemas.openxmlformats.org/drawingml/2006/main" id="220"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663" name=""/>
          <p:cNvCxnSpPr>
            <a:stCxn xmlns:a="http://schemas.openxmlformats.org/drawingml/2006/main" id="213" idx="3"/>
            <a:endCxn xmlns:a="http://schemas.openxmlformats.org/drawingml/2006/main" id="215"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64" name=""/>
          <p:cNvCxnSpPr>
            <a:stCxn xmlns:a="http://schemas.openxmlformats.org/drawingml/2006/main" id="215" idx="3"/>
            <a:endCxn xmlns:a="http://schemas.openxmlformats.org/drawingml/2006/main" id="224"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65" name=""/>
          <p:cNvCxnSpPr>
            <a:stCxn xmlns:a="http://schemas.openxmlformats.org/drawingml/2006/main" id="224" idx="3"/>
            <a:endCxn xmlns:a="http://schemas.openxmlformats.org/drawingml/2006/main" id="225"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668" name=""/>
          <p:cNvCxnSpPr>
            <a:stCxn xmlns:a="http://schemas.openxmlformats.org/drawingml/2006/main" id="224" idx="2"/>
            <a:endCxn xmlns:a="http://schemas.openxmlformats.org/drawingml/2006/main" id="230"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672" name=""/>
          <p:cNvCxnSpPr>
            <a:stCxn xmlns:a="http://schemas.openxmlformats.org/drawingml/2006/main" id="225" idx="3"/>
            <a:endCxn xmlns:a="http://schemas.openxmlformats.org/drawingml/2006/main" id="233"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673" name=""/>
          <p:cNvCxnSpPr>
            <a:stCxn xmlns:a="http://schemas.openxmlformats.org/drawingml/2006/main" id="225" idx="3"/>
            <a:endCxn xmlns:a="http://schemas.openxmlformats.org/drawingml/2006/main" id="234"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30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0.70 ± &lt;0.01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649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0.83 ± &lt;0.01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9814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 ± &lt;0.1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3246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 ± &lt;0.1</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6564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 ± &lt;0.1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999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 ± 0.1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3315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 ± 0.5</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674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 ± 0.8</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20065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 ± 2.3</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349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 ± 2.3</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6" name="QR arrow start">
            <a:extLst xmlns:a="http://schemas.openxmlformats.org/drawingml/2006/main">
              <a:ext uri="{FF2B5EF4-FFF2-40B4-BE49-F238E27FC236}">
                <a16:creationId xmlns:a16="http://schemas.microsoft.com/office/drawing/2014/main" id="{A041A385-4B29-4425-9CBF-73A0DD300D38}"/>
              </a:ext>
            </a:extLst>
          </p:cNvPr>
          <p:cNvSpPr>
            <a:spLocks xmlns:a="http://schemas.openxmlformats.org/drawingml/2006/main" noGrp="1"/>
          </p:cNvSpPr>
          <p:nvPr/>
        </p:nvSpPr>
        <p:spPr>
          <a:xfrm xmlns:a="http://schemas.openxmlformats.org/drawingml/2006/main">
            <a:off x="3143250" y="429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17" name="QR arrow end">
            <a:extLst xmlns:a="http://schemas.openxmlformats.org/drawingml/2006/main">
              <a:ext uri="{FF2B5EF4-FFF2-40B4-BE49-F238E27FC236}">
                <a16:creationId xmlns:a16="http://schemas.microsoft.com/office/drawing/2014/main" id="{8AE0177E-54CE-40E1-B9A1-109AC16CCBBF}"/>
              </a:ext>
            </a:extLst>
          </p:cNvPr>
          <p:cNvSpPr>
            <a:spLocks xmlns:a="http://schemas.openxmlformats.org/drawingml/2006/main" noGrp="1"/>
          </p:cNvSpPr>
          <p:nvPr/>
        </p:nvSpPr>
        <p:spPr>
          <a:xfrm xmlns:a="http://schemas.openxmlformats.org/drawingml/2006/main">
            <a:off x="2638425" y="42957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55" name=""/>
          <p:cNvCxnSpPr>
            <a:stCxn xmlns:a="http://schemas.openxmlformats.org/drawingml/2006/main" id="316" idx="1"/>
            <a:endCxn xmlns:a="http://schemas.openxmlformats.org/drawingml/2006/main" id="317" idx="3"/>
          </p:cNvCxnSpPr>
          <p:nvPr/>
        </p:nvCxnSpPr>
        <p:spPr>
          <a:xfrm xmlns:a="http://schemas.openxmlformats.org/drawingml/2006/main" flipH="1">
            <a:off x="2647950" y="4296251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