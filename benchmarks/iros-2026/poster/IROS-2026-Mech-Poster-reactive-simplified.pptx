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30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0.70 ± &lt;0.01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649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0.83 ± &lt;0.01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9814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 ± &lt;0.1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3246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 ± &lt;0.1</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6564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 ± &lt;0.1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999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 ± 0.1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3315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 ± 0.5</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674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 ± 0.8</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20065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 ± 2.3</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349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 ± 2.3</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2"/>
            <a:endCxn xmlns:a="http://schemas.openxmlformats.org/drawingml/2006/main" id="230" idx="1"/>
          </p:cNvCxnSpPr>
          <p:nvPr/>
        </p:nvCxnSpPr>
        <p:spPr>
          <a:xfrm xmlns:a="http://schemas.openxmlformats.org/drawingml/2006/main" rot="16200000" flipH="1">
            <a:off x="13352859" y="25652016"/>
            <a:ext cx="702469" cy="2119313"/>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66700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0000" y="0"/>
                </a:moveTo>
                <a:cubicBezTo>
                  <a:pt x="76000" y="28000"/>
                  <a:pt x="66000" y="62000"/>
                  <a:pt x="34000" y="60000"/>
                </a:cubicBezTo>
                <a:cubicBezTo>
                  <a:pt x="-2000" y="58000"/>
                  <a:pt x="13000" y="29000"/>
                  <a:pt x="41000" y="39000"/>
                </a:cubicBezTo>
                <a:cubicBezTo>
                  <a:pt x="72000" y="50000"/>
                  <a:pt x="57000" y="83000"/>
                  <a:pt x="0" y="95000"/>
                </a:cubicBezTo>
              </a:path>
            </a:pathLst>
          </a:custGeom>
          <a:noFill xmlns:a="http://schemas.openxmlformats.org/drawingml/2006/main"/>
          <a:ln xmlns:a="http://schemas.openxmlformats.org/drawingml/2006/main" w="38100" cap="rnd">
            <a:solidFill>
              <a:srgbClr val="F6C04E"/>
            </a:solidFill>
            <a:prstDash val="lgDash"/>
            <a:round/>
            <a:headEnd type="none"/>
            <a:tailEnd type="triangle" w="med" len="med"/>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